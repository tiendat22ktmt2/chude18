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8" r:id="rId3"/>
    <p:sldId id="272" r:id="rId4"/>
    <p:sldId id="270" r:id="rId5"/>
    <p:sldId id="269" r:id="rId6"/>
    <p:sldId id="290" r:id="rId7"/>
    <p:sldId id="289" r:id="rId8"/>
    <p:sldId id="288" r:id="rId9"/>
    <p:sldId id="291" r:id="rId10"/>
    <p:sldId id="292" r:id="rId11"/>
    <p:sldId id="298" r:id="rId12"/>
    <p:sldId id="297" r:id="rId13"/>
    <p:sldId id="293" r:id="rId14"/>
    <p:sldId id="295" r:id="rId15"/>
    <p:sldId id="281" r:id="rId16"/>
    <p:sldId id="273" r:id="rId17"/>
    <p:sldId id="275" r:id="rId18"/>
    <p:sldId id="276" r:id="rId19"/>
    <p:sldId id="277" r:id="rId20"/>
    <p:sldId id="279" r:id="rId21"/>
    <p:sldId id="282" r:id="rId22"/>
    <p:sldId id="283" r:id="rId23"/>
    <p:sldId id="284" r:id="rId24"/>
    <p:sldId id="285" r:id="rId25"/>
    <p:sldId id="28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969994-183D-2FA7-84A2-61649C58FBAC}" v="680" dt="2025-11-09T17:23:28.164"/>
    <p1510:client id="{8D775641-F03E-9BC3-918B-6D6119B68279}" v="2" dt="2025-11-10T09:58:32.952"/>
    <p1510:client id="{C7CE4A99-3809-490F-B415-6D6E16FB9361}" v="181" dt="2025-11-10T04:25:19.2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ễn Quốc Khánh" userId="S::106220255@sv1.dut.udn.vn::a99d8c53-2260-4a43-80de-d6f2bc486cd8" providerId="AD" clId="Web-{EF734A5C-9F26-6CDE-BA9C-7BDB8BFA642E}"/>
    <pc:docChg chg="addSld delSld modSld sldOrd">
      <pc:chgData name="Nguyễn Quốc Khánh" userId="S::106220255@sv1.dut.udn.vn::a99d8c53-2260-4a43-80de-d6f2bc486cd8" providerId="AD" clId="Web-{EF734A5C-9F26-6CDE-BA9C-7BDB8BFA642E}" dt="2025-11-08T18:55:28.674" v="769" actId="1076"/>
      <pc:docMkLst>
        <pc:docMk/>
      </pc:docMkLst>
      <pc:sldChg chg="addSp delSp">
        <pc:chgData name="Nguyễn Quốc Khánh" userId="S::106220255@sv1.dut.udn.vn::a99d8c53-2260-4a43-80de-d6f2bc486cd8" providerId="AD" clId="Web-{EF734A5C-9F26-6CDE-BA9C-7BDB8BFA642E}" dt="2025-11-08T16:19:19.091" v="203"/>
        <pc:sldMkLst>
          <pc:docMk/>
          <pc:sldMk cId="2603536670" sldId="275"/>
        </pc:sldMkLst>
      </pc:sldChg>
      <pc:sldChg chg="addSp delSp modSp add replId">
        <pc:chgData name="Nguyễn Quốc Khánh" userId="S::106220255@sv1.dut.udn.vn::a99d8c53-2260-4a43-80de-d6f2bc486cd8" providerId="AD" clId="Web-{EF734A5C-9F26-6CDE-BA9C-7BDB8BFA642E}" dt="2025-11-08T17:39:26.124" v="362" actId="1076"/>
        <pc:sldMkLst>
          <pc:docMk/>
          <pc:sldMk cId="577416010" sldId="288"/>
        </pc:sldMkLst>
        <pc:spChg chg="mod">
          <ac:chgData name="Nguyễn Quốc Khánh" userId="S::106220255@sv1.dut.udn.vn::a99d8c53-2260-4a43-80de-d6f2bc486cd8" providerId="AD" clId="Web-{EF734A5C-9F26-6CDE-BA9C-7BDB8BFA642E}" dt="2025-11-08T15:59:39.911" v="94" actId="14100"/>
          <ac:spMkLst>
            <pc:docMk/>
            <pc:sldMk cId="577416010" sldId="288"/>
            <ac:spMk id="2" creationId="{FEF666D8-7209-87F4-A420-6C814A1431C1}"/>
          </ac:spMkLst>
        </pc:spChg>
        <pc:spChg chg="add mod">
          <ac:chgData name="Nguyễn Quốc Khánh" userId="S::106220255@sv1.dut.udn.vn::a99d8c53-2260-4a43-80de-d6f2bc486cd8" providerId="AD" clId="Web-{EF734A5C-9F26-6CDE-BA9C-7BDB8BFA642E}" dt="2025-11-08T16:26:49.135" v="256"/>
          <ac:spMkLst>
            <pc:docMk/>
            <pc:sldMk cId="577416010" sldId="288"/>
            <ac:spMk id="21" creationId="{276E9CD6-8BEE-9407-D7FA-D4DCD9941F88}"/>
          </ac:spMkLst>
        </pc:spChg>
        <pc:spChg chg="add mod">
          <ac:chgData name="Nguyễn Quốc Khánh" userId="S::106220255@sv1.dut.udn.vn::a99d8c53-2260-4a43-80de-d6f2bc486cd8" providerId="AD" clId="Web-{EF734A5C-9F26-6CDE-BA9C-7BDB8BFA642E}" dt="2025-11-08T16:34:34.193" v="277" actId="1076"/>
          <ac:spMkLst>
            <pc:docMk/>
            <pc:sldMk cId="577416010" sldId="288"/>
            <ac:spMk id="24" creationId="{F99E77F3-3FE2-2268-7089-13F02CCC2DC6}"/>
          </ac:spMkLst>
        </pc:spChg>
        <pc:spChg chg="add mod">
          <ac:chgData name="Nguyễn Quốc Khánh" userId="S::106220255@sv1.dut.udn.vn::a99d8c53-2260-4a43-80de-d6f2bc486cd8" providerId="AD" clId="Web-{EF734A5C-9F26-6CDE-BA9C-7BDB8BFA642E}" dt="2025-11-08T16:27:35.900" v="262"/>
          <ac:spMkLst>
            <pc:docMk/>
            <pc:sldMk cId="577416010" sldId="288"/>
            <ac:spMk id="25" creationId="{F867D8C7-0494-E52F-159E-2FD48BD58701}"/>
          </ac:spMkLst>
        </pc:spChg>
        <pc:spChg chg="add mod">
          <ac:chgData name="Nguyễn Quốc Khánh" userId="S::106220255@sv1.dut.udn.vn::a99d8c53-2260-4a43-80de-d6f2bc486cd8" providerId="AD" clId="Web-{EF734A5C-9F26-6CDE-BA9C-7BDB8BFA642E}" dt="2025-11-08T16:37:01.025" v="322" actId="14100"/>
          <ac:spMkLst>
            <pc:docMk/>
            <pc:sldMk cId="577416010" sldId="288"/>
            <ac:spMk id="32" creationId="{F59746B8-BFDC-6153-66D4-D66FC6713681}"/>
          </ac:spMkLst>
        </pc:spChg>
        <pc:spChg chg="add mod">
          <ac:chgData name="Nguyễn Quốc Khánh" userId="S::106220255@sv1.dut.udn.vn::a99d8c53-2260-4a43-80de-d6f2bc486cd8" providerId="AD" clId="Web-{EF734A5C-9F26-6CDE-BA9C-7BDB8BFA642E}" dt="2025-11-08T16:37:58.885" v="352" actId="14100"/>
          <ac:spMkLst>
            <pc:docMk/>
            <pc:sldMk cId="577416010" sldId="288"/>
            <ac:spMk id="33" creationId="{FA9EB8E8-884A-F6BF-8517-7ADD2C9A01E3}"/>
          </ac:spMkLst>
        </pc:spChg>
        <pc:picChg chg="add mod">
          <ac:chgData name="Nguyễn Quốc Khánh" userId="S::106220255@sv1.dut.udn.vn::a99d8c53-2260-4a43-80de-d6f2bc486cd8" providerId="AD" clId="Web-{EF734A5C-9F26-6CDE-BA9C-7BDB8BFA642E}" dt="2025-11-08T16:26:37.213" v="254"/>
          <ac:picMkLst>
            <pc:docMk/>
            <pc:sldMk cId="577416010" sldId="288"/>
            <ac:picMk id="23" creationId="{26C42A9E-D0A5-0652-DD0D-070948D02780}"/>
          </ac:picMkLst>
        </pc:picChg>
        <pc:cxnChg chg="add mod">
          <ac:chgData name="Nguyễn Quốc Khánh" userId="S::106220255@sv1.dut.udn.vn::a99d8c53-2260-4a43-80de-d6f2bc486cd8" providerId="AD" clId="Web-{EF734A5C-9F26-6CDE-BA9C-7BDB8BFA642E}" dt="2025-11-08T17:39:26.124" v="362" actId="1076"/>
          <ac:cxnSpMkLst>
            <pc:docMk/>
            <pc:sldMk cId="577416010" sldId="288"/>
            <ac:cxnSpMk id="30" creationId="{3AF2B0B8-0A60-7D77-94C1-D76E91AFB59F}"/>
          </ac:cxnSpMkLst>
        </pc:cxnChg>
        <pc:cxnChg chg="add mod">
          <ac:chgData name="Nguyễn Quốc Khánh" userId="S::106220255@sv1.dut.udn.vn::a99d8c53-2260-4a43-80de-d6f2bc486cd8" providerId="AD" clId="Web-{EF734A5C-9F26-6CDE-BA9C-7BDB8BFA642E}" dt="2025-11-08T16:36:01.149" v="294"/>
          <ac:cxnSpMkLst>
            <pc:docMk/>
            <pc:sldMk cId="577416010" sldId="288"/>
            <ac:cxnSpMk id="31" creationId="{15C13E6B-0A6A-7220-F3D0-C5651AC3DAD3}"/>
          </ac:cxnSpMkLst>
        </pc:cxnChg>
      </pc:sldChg>
      <pc:sldChg chg="addSp delSp modSp add ord replId">
        <pc:chgData name="Nguyễn Quốc Khánh" userId="S::106220255@sv1.dut.udn.vn::a99d8c53-2260-4a43-80de-d6f2bc486cd8" providerId="AD" clId="Web-{EF734A5C-9F26-6CDE-BA9C-7BDB8BFA642E}" dt="2025-11-08T16:20:38.630" v="209"/>
        <pc:sldMkLst>
          <pc:docMk/>
          <pc:sldMk cId="1350667001" sldId="289"/>
        </pc:sldMkLst>
        <pc:spChg chg="mod">
          <ac:chgData name="Nguyễn Quốc Khánh" userId="S::106220255@sv1.dut.udn.vn::a99d8c53-2260-4a43-80de-d6f2bc486cd8" providerId="AD" clId="Web-{EF734A5C-9F26-6CDE-BA9C-7BDB8BFA642E}" dt="2025-11-08T16:07:10.978" v="119" actId="14100"/>
          <ac:spMkLst>
            <pc:docMk/>
            <pc:sldMk cId="1350667001" sldId="289"/>
            <ac:spMk id="2" creationId="{AD0B442C-AC01-9DE6-E5DA-4ED608C54AB9}"/>
          </ac:spMkLst>
        </pc:spChg>
        <pc:spChg chg="mod">
          <ac:chgData name="Nguyễn Quốc Khánh" userId="S::106220255@sv1.dut.udn.vn::a99d8c53-2260-4a43-80de-d6f2bc486cd8" providerId="AD" clId="Web-{EF734A5C-9F26-6CDE-BA9C-7BDB8BFA642E}" dt="2025-11-08T15:59:22.067" v="91" actId="1076"/>
          <ac:spMkLst>
            <pc:docMk/>
            <pc:sldMk cId="1350667001" sldId="289"/>
            <ac:spMk id="3" creationId="{0C5B6EAB-34C1-F149-D827-E5A835089780}"/>
          </ac:spMkLst>
        </pc:spChg>
        <pc:picChg chg="add mod">
          <ac:chgData name="Nguyễn Quốc Khánh" userId="S::106220255@sv1.dut.udn.vn::a99d8c53-2260-4a43-80de-d6f2bc486cd8" providerId="AD" clId="Web-{EF734A5C-9F26-6CDE-BA9C-7BDB8BFA642E}" dt="2025-11-08T16:10:53.495" v="137" actId="1076"/>
          <ac:picMkLst>
            <pc:docMk/>
            <pc:sldMk cId="1350667001" sldId="289"/>
            <ac:picMk id="11" creationId="{62A08623-7F64-1CE6-3477-8869B189F23C}"/>
          </ac:picMkLst>
        </pc:picChg>
      </pc:sldChg>
      <pc:sldChg chg="addSp delSp modSp add replId">
        <pc:chgData name="Nguyễn Quốc Khánh" userId="S::106220255@sv1.dut.udn.vn::a99d8c53-2260-4a43-80de-d6f2bc486cd8" providerId="AD" clId="Web-{EF734A5C-9F26-6CDE-BA9C-7BDB8BFA642E}" dt="2025-11-08T16:17:16.972" v="191" actId="1076"/>
        <pc:sldMkLst>
          <pc:docMk/>
          <pc:sldMk cId="1492243944" sldId="290"/>
        </pc:sldMkLst>
        <pc:spChg chg="mod">
          <ac:chgData name="Nguyễn Quốc Khánh" userId="S::106220255@sv1.dut.udn.vn::a99d8c53-2260-4a43-80de-d6f2bc486cd8" providerId="AD" clId="Web-{EF734A5C-9F26-6CDE-BA9C-7BDB8BFA642E}" dt="2025-11-08T16:17:16.972" v="191" actId="1076"/>
          <ac:spMkLst>
            <pc:docMk/>
            <pc:sldMk cId="1492243944" sldId="290"/>
            <ac:spMk id="7" creationId="{2CF92F17-B25C-2D31-E214-A8DC8B6F6483}"/>
          </ac:spMkLst>
        </pc:spChg>
        <pc:spChg chg="mod">
          <ac:chgData name="Nguyễn Quốc Khánh" userId="S::106220255@sv1.dut.udn.vn::a99d8c53-2260-4a43-80de-d6f2bc486cd8" providerId="AD" clId="Web-{EF734A5C-9F26-6CDE-BA9C-7BDB8BFA642E}" dt="2025-11-08T16:16:57.504" v="188" actId="1076"/>
          <ac:spMkLst>
            <pc:docMk/>
            <pc:sldMk cId="1492243944" sldId="290"/>
            <ac:spMk id="9" creationId="{C67C85A2-7C06-ADB4-6B57-173BCFA2D48A}"/>
          </ac:spMkLst>
        </pc:spChg>
        <pc:picChg chg="add mod">
          <ac:chgData name="Nguyễn Quốc Khánh" userId="S::106220255@sv1.dut.udn.vn::a99d8c53-2260-4a43-80de-d6f2bc486cd8" providerId="AD" clId="Web-{EF734A5C-9F26-6CDE-BA9C-7BDB8BFA642E}" dt="2025-11-08T16:17:08.254" v="190" actId="1076"/>
          <ac:picMkLst>
            <pc:docMk/>
            <pc:sldMk cId="1492243944" sldId="290"/>
            <ac:picMk id="4" creationId="{7DF63FF2-2567-6795-59D1-9438F55670E8}"/>
          </ac:picMkLst>
        </pc:picChg>
        <pc:picChg chg="add mod">
          <ac:chgData name="Nguyễn Quốc Khánh" userId="S::106220255@sv1.dut.udn.vn::a99d8c53-2260-4a43-80de-d6f2bc486cd8" providerId="AD" clId="Web-{EF734A5C-9F26-6CDE-BA9C-7BDB8BFA642E}" dt="2025-11-08T16:17:03.660" v="189" actId="1076"/>
          <ac:picMkLst>
            <pc:docMk/>
            <pc:sldMk cId="1492243944" sldId="290"/>
            <ac:picMk id="5" creationId="{0555EE14-CDF9-F48F-D5CB-967C3AD999BD}"/>
          </ac:picMkLst>
        </pc:picChg>
      </pc:sldChg>
      <pc:sldChg chg="addSp delSp modSp add replId">
        <pc:chgData name="Nguyễn Quốc Khánh" userId="S::106220255@sv1.dut.udn.vn::a99d8c53-2260-4a43-80de-d6f2bc486cd8" providerId="AD" clId="Web-{EF734A5C-9F26-6CDE-BA9C-7BDB8BFA642E}" dt="2025-11-08T18:18:03.890" v="480"/>
        <pc:sldMkLst>
          <pc:docMk/>
          <pc:sldMk cId="449233451" sldId="291"/>
        </pc:sldMkLst>
        <pc:spChg chg="mod">
          <ac:chgData name="Nguyễn Quốc Khánh" userId="S::106220255@sv1.dut.udn.vn::a99d8c53-2260-4a43-80de-d6f2bc486cd8" providerId="AD" clId="Web-{EF734A5C-9F26-6CDE-BA9C-7BDB8BFA642E}" dt="2025-11-08T17:37:04.909" v="357" actId="20577"/>
          <ac:spMkLst>
            <pc:docMk/>
            <pc:sldMk cId="449233451" sldId="291"/>
            <ac:spMk id="2" creationId="{AF46B826-D38B-FBCB-0DFA-EC47DCB4CEB3}"/>
          </ac:spMkLst>
        </pc:spChg>
        <pc:spChg chg="add mod">
          <ac:chgData name="Nguyễn Quốc Khánh" userId="S::106220255@sv1.dut.udn.vn::a99d8c53-2260-4a43-80de-d6f2bc486cd8" providerId="AD" clId="Web-{EF734A5C-9F26-6CDE-BA9C-7BDB8BFA642E}" dt="2025-11-08T18:13:42.682" v="464" actId="14100"/>
          <ac:spMkLst>
            <pc:docMk/>
            <pc:sldMk cId="449233451" sldId="291"/>
            <ac:spMk id="6" creationId="{2E6FBAA9-E837-47E4-EFF9-72E97D2C021E}"/>
          </ac:spMkLst>
        </pc:spChg>
        <pc:spChg chg="add mod">
          <ac:chgData name="Nguyễn Quốc Khánh" userId="S::106220255@sv1.dut.udn.vn::a99d8c53-2260-4a43-80de-d6f2bc486cd8" providerId="AD" clId="Web-{EF734A5C-9F26-6CDE-BA9C-7BDB8BFA642E}" dt="2025-11-08T18:17:11.437" v="474" actId="1076"/>
          <ac:spMkLst>
            <pc:docMk/>
            <pc:sldMk cId="449233451" sldId="291"/>
            <ac:spMk id="7" creationId="{4C9DA41E-4651-C978-6B2C-13AA02C94B69}"/>
          </ac:spMkLst>
        </pc:spChg>
        <pc:spChg chg="add mod">
          <ac:chgData name="Nguyễn Quốc Khánh" userId="S::106220255@sv1.dut.udn.vn::a99d8c53-2260-4a43-80de-d6f2bc486cd8" providerId="AD" clId="Web-{EF734A5C-9F26-6CDE-BA9C-7BDB8BFA642E}" dt="2025-11-08T18:13:00.072" v="456" actId="1076"/>
          <ac:spMkLst>
            <pc:docMk/>
            <pc:sldMk cId="449233451" sldId="291"/>
            <ac:spMk id="8" creationId="{4D5E0A48-81D7-6863-F0B9-53A2405D42EB}"/>
          </ac:spMkLst>
        </pc:spChg>
        <pc:spChg chg="add mod">
          <ac:chgData name="Nguyễn Quốc Khánh" userId="S::106220255@sv1.dut.udn.vn::a99d8c53-2260-4a43-80de-d6f2bc486cd8" providerId="AD" clId="Web-{EF734A5C-9F26-6CDE-BA9C-7BDB8BFA642E}" dt="2025-11-08T18:17:00.311" v="473" actId="1076"/>
          <ac:spMkLst>
            <pc:docMk/>
            <pc:sldMk cId="449233451" sldId="291"/>
            <ac:spMk id="9" creationId="{D4BDA08C-1A25-56CA-E48D-FC10CC4D7DDD}"/>
          </ac:spMkLst>
        </pc:spChg>
        <pc:picChg chg="add mod">
          <ac:chgData name="Nguyễn Quốc Khánh" userId="S::106220255@sv1.dut.udn.vn::a99d8c53-2260-4a43-80de-d6f2bc486cd8" providerId="AD" clId="Web-{EF734A5C-9F26-6CDE-BA9C-7BDB8BFA642E}" dt="2025-11-08T18:02:58.167" v="415" actId="1076"/>
          <ac:picMkLst>
            <pc:docMk/>
            <pc:sldMk cId="449233451" sldId="291"/>
            <ac:picMk id="4" creationId="{D277E27C-B6D0-3EC9-3FCA-E016A33627EF}"/>
          </ac:picMkLst>
        </pc:picChg>
        <pc:cxnChg chg="add mod">
          <ac:chgData name="Nguyễn Quốc Khánh" userId="S::106220255@sv1.dut.udn.vn::a99d8c53-2260-4a43-80de-d6f2bc486cd8" providerId="AD" clId="Web-{EF734A5C-9F26-6CDE-BA9C-7BDB8BFA642E}" dt="2025-11-08T18:17:45.203" v="477"/>
          <ac:cxnSpMkLst>
            <pc:docMk/>
            <pc:sldMk cId="449233451" sldId="291"/>
            <ac:cxnSpMk id="10" creationId="{0C729292-6C27-F7D5-B983-63B388F5E758}"/>
          </ac:cxnSpMkLst>
        </pc:cxnChg>
        <pc:cxnChg chg="add mod">
          <ac:chgData name="Nguyễn Quốc Khánh" userId="S::106220255@sv1.dut.udn.vn::a99d8c53-2260-4a43-80de-d6f2bc486cd8" providerId="AD" clId="Web-{EF734A5C-9F26-6CDE-BA9C-7BDB8BFA642E}" dt="2025-11-08T18:18:03.890" v="480"/>
          <ac:cxnSpMkLst>
            <pc:docMk/>
            <pc:sldMk cId="449233451" sldId="291"/>
            <ac:cxnSpMk id="11" creationId="{70C78266-6BF5-9759-9AF8-2DD273EB7BFC}"/>
          </ac:cxnSpMkLst>
        </pc:cxnChg>
      </pc:sldChg>
      <pc:sldChg chg="addSp delSp modSp add replId">
        <pc:chgData name="Nguyễn Quốc Khánh" userId="S::106220255@sv1.dut.udn.vn::a99d8c53-2260-4a43-80de-d6f2bc486cd8" providerId="AD" clId="Web-{EF734A5C-9F26-6CDE-BA9C-7BDB8BFA642E}" dt="2025-11-08T18:19:37.429" v="493" actId="1076"/>
        <pc:sldMkLst>
          <pc:docMk/>
          <pc:sldMk cId="2133111737" sldId="292"/>
        </pc:sldMkLst>
        <pc:picChg chg="add mod">
          <ac:chgData name="Nguyễn Quốc Khánh" userId="S::106220255@sv1.dut.udn.vn::a99d8c53-2260-4a43-80de-d6f2bc486cd8" providerId="AD" clId="Web-{EF734A5C-9F26-6CDE-BA9C-7BDB8BFA642E}" dt="2025-11-08T18:19:37.429" v="493" actId="1076"/>
          <ac:picMkLst>
            <pc:docMk/>
            <pc:sldMk cId="2133111737" sldId="292"/>
            <ac:picMk id="5" creationId="{7A241F24-7CC0-5F06-0C6C-1BC2CDC618CD}"/>
          </ac:picMkLst>
        </pc:picChg>
      </pc:sldChg>
      <pc:sldChg chg="addSp delSp modSp add replId">
        <pc:chgData name="Nguyễn Quốc Khánh" userId="S::106220255@sv1.dut.udn.vn::a99d8c53-2260-4a43-80de-d6f2bc486cd8" providerId="AD" clId="Web-{EF734A5C-9F26-6CDE-BA9C-7BDB8BFA642E}" dt="2025-11-08T18:32:39.261" v="527"/>
        <pc:sldMkLst>
          <pc:docMk/>
          <pc:sldMk cId="1403148565" sldId="293"/>
        </pc:sldMkLst>
        <pc:spChg chg="mod">
          <ac:chgData name="Nguyễn Quốc Khánh" userId="S::106220255@sv1.dut.udn.vn::a99d8c53-2260-4a43-80de-d6f2bc486cd8" providerId="AD" clId="Web-{EF734A5C-9F26-6CDE-BA9C-7BDB8BFA642E}" dt="2025-11-08T18:26:27.245" v="509" actId="20577"/>
          <ac:spMkLst>
            <pc:docMk/>
            <pc:sldMk cId="1403148565" sldId="293"/>
            <ac:spMk id="2" creationId="{D5E5C960-A25F-B9B6-C377-28D9557F8891}"/>
          </ac:spMkLst>
        </pc:spChg>
        <pc:picChg chg="add mod">
          <ac:chgData name="Nguyễn Quốc Khánh" userId="S::106220255@sv1.dut.udn.vn::a99d8c53-2260-4a43-80de-d6f2bc486cd8" providerId="AD" clId="Web-{EF734A5C-9F26-6CDE-BA9C-7BDB8BFA642E}" dt="2025-11-08T18:32:39.261" v="527"/>
          <ac:picMkLst>
            <pc:docMk/>
            <pc:sldMk cId="1403148565" sldId="293"/>
            <ac:picMk id="6" creationId="{BAD542B3-B994-8FAC-14DF-B5D2B9FA6372}"/>
          </ac:picMkLst>
        </pc:picChg>
      </pc:sldChg>
      <pc:sldChg chg="modSp add replId">
        <pc:chgData name="Nguyễn Quốc Khánh" userId="S::106220255@sv1.dut.udn.vn::a99d8c53-2260-4a43-80de-d6f2bc486cd8" providerId="AD" clId="Web-{EF734A5C-9F26-6CDE-BA9C-7BDB8BFA642E}" dt="2025-11-08T18:26:41.011" v="515" actId="20577"/>
        <pc:sldMkLst>
          <pc:docMk/>
          <pc:sldMk cId="2654613643" sldId="295"/>
        </pc:sldMkLst>
        <pc:spChg chg="mod">
          <ac:chgData name="Nguyễn Quốc Khánh" userId="S::106220255@sv1.dut.udn.vn::a99d8c53-2260-4a43-80de-d6f2bc486cd8" providerId="AD" clId="Web-{EF734A5C-9F26-6CDE-BA9C-7BDB8BFA642E}" dt="2025-11-08T18:26:41.011" v="515" actId="20577"/>
          <ac:spMkLst>
            <pc:docMk/>
            <pc:sldMk cId="2654613643" sldId="295"/>
            <ac:spMk id="2" creationId="{21B8BF62-E168-FA10-7F6C-1C6D7D3F4FEF}"/>
          </ac:spMkLst>
        </pc:spChg>
      </pc:sldChg>
      <pc:sldChg chg="addSp modSp add replId">
        <pc:chgData name="Nguyễn Quốc Khánh" userId="S::106220255@sv1.dut.udn.vn::a99d8c53-2260-4a43-80de-d6f2bc486cd8" providerId="AD" clId="Web-{EF734A5C-9F26-6CDE-BA9C-7BDB8BFA642E}" dt="2025-11-08T18:41:40.283" v="748" actId="1076"/>
        <pc:sldMkLst>
          <pc:docMk/>
          <pc:sldMk cId="1652306562" sldId="297"/>
        </pc:sldMkLst>
        <pc:spChg chg="mod">
          <ac:chgData name="Nguyễn Quốc Khánh" userId="S::106220255@sv1.dut.udn.vn::a99d8c53-2260-4a43-80de-d6f2bc486cd8" providerId="AD" clId="Web-{EF734A5C-9F26-6CDE-BA9C-7BDB8BFA642E}" dt="2025-11-08T18:33:43.153" v="542" actId="14100"/>
          <ac:spMkLst>
            <pc:docMk/>
            <pc:sldMk cId="1652306562" sldId="297"/>
            <ac:spMk id="2" creationId="{050D830D-9FC3-DE05-8187-6ABE210490D4}"/>
          </ac:spMkLst>
        </pc:spChg>
        <pc:graphicFrameChg chg="add mod modGraphic">
          <ac:chgData name="Nguyễn Quốc Khánh" userId="S::106220255@sv1.dut.udn.vn::a99d8c53-2260-4a43-80de-d6f2bc486cd8" providerId="AD" clId="Web-{EF734A5C-9F26-6CDE-BA9C-7BDB8BFA642E}" dt="2025-11-08T18:41:40.283" v="748" actId="1076"/>
          <ac:graphicFrameMkLst>
            <pc:docMk/>
            <pc:sldMk cId="1652306562" sldId="297"/>
            <ac:graphicFrameMk id="5" creationId="{9D8401EF-E4D3-DB62-6BD5-9412F8F7C257}"/>
          </ac:graphicFrameMkLst>
        </pc:graphicFrameChg>
      </pc:sldChg>
      <pc:sldChg chg="addSp delSp modSp add replId">
        <pc:chgData name="Nguyễn Quốc Khánh" userId="S::106220255@sv1.dut.udn.vn::a99d8c53-2260-4a43-80de-d6f2bc486cd8" providerId="AD" clId="Web-{EF734A5C-9F26-6CDE-BA9C-7BDB8BFA642E}" dt="2025-11-08T18:55:28.674" v="769" actId="1076"/>
        <pc:sldMkLst>
          <pc:docMk/>
          <pc:sldMk cId="2096442968" sldId="298"/>
        </pc:sldMkLst>
        <pc:spChg chg="mod">
          <ac:chgData name="Nguyễn Quốc Khánh" userId="S::106220255@sv1.dut.udn.vn::a99d8c53-2260-4a43-80de-d6f2bc486cd8" providerId="AD" clId="Web-{EF734A5C-9F26-6CDE-BA9C-7BDB8BFA642E}" dt="2025-11-08T18:51:29.074" v="754" actId="20577"/>
          <ac:spMkLst>
            <pc:docMk/>
            <pc:sldMk cId="2096442968" sldId="298"/>
            <ac:spMk id="2" creationId="{D76D5050-2DF1-F4FE-89A1-D857DC5686B6}"/>
          </ac:spMkLst>
        </pc:spChg>
        <pc:picChg chg="add mod">
          <ac:chgData name="Nguyễn Quốc Khánh" userId="S::106220255@sv1.dut.udn.vn::a99d8c53-2260-4a43-80de-d6f2bc486cd8" providerId="AD" clId="Web-{EF734A5C-9F26-6CDE-BA9C-7BDB8BFA642E}" dt="2025-11-08T18:55:28.674" v="769" actId="1076"/>
          <ac:picMkLst>
            <pc:docMk/>
            <pc:sldMk cId="2096442968" sldId="298"/>
            <ac:picMk id="6" creationId="{0DB06293-5B45-F11F-A575-AFABE4274405}"/>
          </ac:picMkLst>
        </pc:picChg>
      </pc:sldChg>
    </pc:docChg>
  </pc:docChgLst>
  <pc:docChgLst>
    <pc:chgData name="Nguyễn Quốc Khánh" userId="S::106220255@sv1.dut.udn.vn::a99d8c53-2260-4a43-80de-d6f2bc486cd8" providerId="AD" clId="Web-{5E969994-183D-2FA7-84A2-61649C58FBAC}"/>
    <pc:docChg chg="delSld modSld">
      <pc:chgData name="Nguyễn Quốc Khánh" userId="S::106220255@sv1.dut.udn.vn::a99d8c53-2260-4a43-80de-d6f2bc486cd8" providerId="AD" clId="Web-{5E969994-183D-2FA7-84A2-61649C58FBAC}" dt="2025-11-09T17:23:28.164" v="490" actId="14100"/>
      <pc:docMkLst>
        <pc:docMk/>
      </pc:docMkLst>
      <pc:sldChg chg="addSp delSp modSp">
        <pc:chgData name="Nguyễn Quốc Khánh" userId="S::106220255@sv1.dut.udn.vn::a99d8c53-2260-4a43-80de-d6f2bc486cd8" providerId="AD" clId="Web-{5E969994-183D-2FA7-84A2-61649C58FBAC}" dt="2025-11-09T14:49:10.662" v="105" actId="1076"/>
        <pc:sldMkLst>
          <pc:docMk/>
          <pc:sldMk cId="4086799873" sldId="269"/>
        </pc:sldMkLst>
        <pc:spChg chg="add mod">
          <ac:chgData name="Nguyễn Quốc Khánh" userId="S::106220255@sv1.dut.udn.vn::a99d8c53-2260-4a43-80de-d6f2bc486cd8" providerId="AD" clId="Web-{5E969994-183D-2FA7-84A2-61649C58FBAC}" dt="2025-11-09T14:45:53.764" v="57"/>
          <ac:spMkLst>
            <pc:docMk/>
            <pc:sldMk cId="4086799873" sldId="269"/>
            <ac:spMk id="4" creationId="{8A524836-3BB4-8117-8BB8-67064F39FFDD}"/>
          </ac:spMkLst>
        </pc:spChg>
        <pc:spChg chg="add mod">
          <ac:chgData name="Nguyễn Quốc Khánh" userId="S::106220255@sv1.dut.udn.vn::a99d8c53-2260-4a43-80de-d6f2bc486cd8" providerId="AD" clId="Web-{5E969994-183D-2FA7-84A2-61649C58FBAC}" dt="2025-11-09T14:43:56.450" v="42" actId="14100"/>
          <ac:spMkLst>
            <pc:docMk/>
            <pc:sldMk cId="4086799873" sldId="269"/>
            <ac:spMk id="5" creationId="{0C575A32-8F2D-4C92-AEB7-E95414A0F1E3}"/>
          </ac:spMkLst>
        </pc:spChg>
        <pc:spChg chg="mod">
          <ac:chgData name="Nguyễn Quốc Khánh" userId="S::106220255@sv1.dut.udn.vn::a99d8c53-2260-4a43-80de-d6f2bc486cd8" providerId="AD" clId="Web-{5E969994-183D-2FA7-84A2-61649C58FBAC}" dt="2025-11-09T14:46:09.545" v="58" actId="14100"/>
          <ac:spMkLst>
            <pc:docMk/>
            <pc:sldMk cId="4086799873" sldId="269"/>
            <ac:spMk id="6" creationId="{C4A0D316-F218-C19F-948E-C5EA4A1FF745}"/>
          </ac:spMkLst>
        </pc:spChg>
        <pc:spChg chg="add mod">
          <ac:chgData name="Nguyễn Quốc Khánh" userId="S::106220255@sv1.dut.udn.vn::a99d8c53-2260-4a43-80de-d6f2bc486cd8" providerId="AD" clId="Web-{5E969994-183D-2FA7-84A2-61649C58FBAC}" dt="2025-11-09T14:45:22.232" v="54"/>
          <ac:spMkLst>
            <pc:docMk/>
            <pc:sldMk cId="4086799873" sldId="269"/>
            <ac:spMk id="8" creationId="{4DCE7351-4BE7-6396-290D-6F9BA25461FD}"/>
          </ac:spMkLst>
        </pc:spChg>
        <pc:spChg chg="add mod">
          <ac:chgData name="Nguyễn Quốc Khánh" userId="S::106220255@sv1.dut.udn.vn::a99d8c53-2260-4a43-80de-d6f2bc486cd8" providerId="AD" clId="Web-{5E969994-183D-2FA7-84A2-61649C58FBAC}" dt="2025-11-09T14:46:34.686" v="61" actId="20577"/>
          <ac:spMkLst>
            <pc:docMk/>
            <pc:sldMk cId="4086799873" sldId="269"/>
            <ac:spMk id="9" creationId="{DE526A45-CFAD-437D-8E20-715279D1E077}"/>
          </ac:spMkLst>
        </pc:spChg>
        <pc:spChg chg="add mod">
          <ac:chgData name="Nguyễn Quốc Khánh" userId="S::106220255@sv1.dut.udn.vn::a99d8c53-2260-4a43-80de-d6f2bc486cd8" providerId="AD" clId="Web-{5E969994-183D-2FA7-84A2-61649C58FBAC}" dt="2025-11-09T14:47:06.202" v="70" actId="20577"/>
          <ac:spMkLst>
            <pc:docMk/>
            <pc:sldMk cId="4086799873" sldId="269"/>
            <ac:spMk id="10" creationId="{4BE4F04D-D7A2-742F-CAC8-A2CEC7C1A4A0}"/>
          </ac:spMkLst>
        </pc:spChg>
        <pc:spChg chg="add mod">
          <ac:chgData name="Nguyễn Quốc Khánh" userId="S::106220255@sv1.dut.udn.vn::a99d8c53-2260-4a43-80de-d6f2bc486cd8" providerId="AD" clId="Web-{5E969994-183D-2FA7-84A2-61649C58FBAC}" dt="2025-11-09T14:47:38.390" v="78" actId="20577"/>
          <ac:spMkLst>
            <pc:docMk/>
            <pc:sldMk cId="4086799873" sldId="269"/>
            <ac:spMk id="11" creationId="{426B9C2F-1693-8B2A-92EE-511190E1FE79}"/>
          </ac:spMkLst>
        </pc:spChg>
        <pc:spChg chg="add mod">
          <ac:chgData name="Nguyễn Quốc Khánh" userId="S::106220255@sv1.dut.udn.vn::a99d8c53-2260-4a43-80de-d6f2bc486cd8" providerId="AD" clId="Web-{5E969994-183D-2FA7-84A2-61649C58FBAC}" dt="2025-11-09T14:49:06.506" v="104" actId="1076"/>
          <ac:spMkLst>
            <pc:docMk/>
            <pc:sldMk cId="4086799873" sldId="269"/>
            <ac:spMk id="12" creationId="{9CB6B157-9A47-489C-31FB-BF71FAF66B6C}"/>
          </ac:spMkLst>
        </pc:spChg>
        <pc:spChg chg="add mod">
          <ac:chgData name="Nguyễn Quốc Khánh" userId="S::106220255@sv1.dut.udn.vn::a99d8c53-2260-4a43-80de-d6f2bc486cd8" providerId="AD" clId="Web-{5E969994-183D-2FA7-84A2-61649C58FBAC}" dt="2025-11-09T14:49:10.662" v="105" actId="1076"/>
          <ac:spMkLst>
            <pc:docMk/>
            <pc:sldMk cId="4086799873" sldId="269"/>
            <ac:spMk id="13" creationId="{CD929A90-1FF4-B168-444E-30D23C929B38}"/>
          </ac:spMkLst>
        </pc:spChg>
        <pc:picChg chg="del">
          <ac:chgData name="Nguyễn Quốc Khánh" userId="S::106220255@sv1.dut.udn.vn::a99d8c53-2260-4a43-80de-d6f2bc486cd8" providerId="AD" clId="Web-{5E969994-183D-2FA7-84A2-61649C58FBAC}" dt="2025-11-09T14:42:17.089" v="20"/>
          <ac:picMkLst>
            <pc:docMk/>
            <pc:sldMk cId="4086799873" sldId="269"/>
            <ac:picMk id="7" creationId="{34608E54-F46E-C75B-B624-0E97837D8572}"/>
          </ac:picMkLst>
        </pc:picChg>
      </pc:sldChg>
      <pc:sldChg chg="modSp">
        <pc:chgData name="Nguyễn Quốc Khánh" userId="S::106220255@sv1.dut.udn.vn::a99d8c53-2260-4a43-80de-d6f2bc486cd8" providerId="AD" clId="Web-{5E969994-183D-2FA7-84A2-61649C58FBAC}" dt="2025-11-09T16:28:39.964" v="424"/>
        <pc:sldMkLst>
          <pc:docMk/>
          <pc:sldMk cId="577416010" sldId="288"/>
        </pc:sldMkLst>
        <pc:spChg chg="mod">
          <ac:chgData name="Nguyễn Quốc Khánh" userId="S::106220255@sv1.dut.udn.vn::a99d8c53-2260-4a43-80de-d6f2bc486cd8" providerId="AD" clId="Web-{5E969994-183D-2FA7-84A2-61649C58FBAC}" dt="2025-11-09T16:25:41.946" v="398" actId="1076"/>
          <ac:spMkLst>
            <pc:docMk/>
            <pc:sldMk cId="577416010" sldId="288"/>
            <ac:spMk id="21" creationId="{276E9CD6-8BEE-9407-D7FA-D4DCD9941F88}"/>
          </ac:spMkLst>
        </pc:spChg>
        <pc:spChg chg="mod">
          <ac:chgData name="Nguyễn Quốc Khánh" userId="S::106220255@sv1.dut.udn.vn::a99d8c53-2260-4a43-80de-d6f2bc486cd8" providerId="AD" clId="Web-{5E969994-183D-2FA7-84A2-61649C58FBAC}" dt="2025-11-09T16:27:43.447" v="418" actId="1076"/>
          <ac:spMkLst>
            <pc:docMk/>
            <pc:sldMk cId="577416010" sldId="288"/>
            <ac:spMk id="24" creationId="{F99E77F3-3FE2-2268-7089-13F02CCC2DC6}"/>
          </ac:spMkLst>
        </pc:spChg>
        <pc:spChg chg="mod">
          <ac:chgData name="Nguyễn Quốc Khánh" userId="S::106220255@sv1.dut.udn.vn::a99d8c53-2260-4a43-80de-d6f2bc486cd8" providerId="AD" clId="Web-{5E969994-183D-2FA7-84A2-61649C58FBAC}" dt="2025-11-09T16:27:48.604" v="419" actId="1076"/>
          <ac:spMkLst>
            <pc:docMk/>
            <pc:sldMk cId="577416010" sldId="288"/>
            <ac:spMk id="25" creationId="{F867D8C7-0494-E52F-159E-2FD48BD58701}"/>
          </ac:spMkLst>
        </pc:spChg>
        <pc:spChg chg="mod">
          <ac:chgData name="Nguyễn Quốc Khánh" userId="S::106220255@sv1.dut.udn.vn::a99d8c53-2260-4a43-80de-d6f2bc486cd8" providerId="AD" clId="Web-{5E969994-183D-2FA7-84A2-61649C58FBAC}" dt="2025-11-09T16:26:24.587" v="411" actId="1076"/>
          <ac:spMkLst>
            <pc:docMk/>
            <pc:sldMk cId="577416010" sldId="288"/>
            <ac:spMk id="32" creationId="{F59746B8-BFDC-6153-66D4-D66FC6713681}"/>
          </ac:spMkLst>
        </pc:spChg>
        <pc:spChg chg="mod">
          <ac:chgData name="Nguyễn Quốc Khánh" userId="S::106220255@sv1.dut.udn.vn::a99d8c53-2260-4a43-80de-d6f2bc486cd8" providerId="AD" clId="Web-{5E969994-183D-2FA7-84A2-61649C58FBAC}" dt="2025-11-09T16:26:54.244" v="416" actId="20577"/>
          <ac:spMkLst>
            <pc:docMk/>
            <pc:sldMk cId="577416010" sldId="288"/>
            <ac:spMk id="33" creationId="{FA9EB8E8-884A-F6BF-8517-7ADD2C9A01E3}"/>
          </ac:spMkLst>
        </pc:spChg>
        <pc:picChg chg="mod">
          <ac:chgData name="Nguyễn Quốc Khánh" userId="S::106220255@sv1.dut.udn.vn::a99d8c53-2260-4a43-80de-d6f2bc486cd8" providerId="AD" clId="Web-{5E969994-183D-2FA7-84A2-61649C58FBAC}" dt="2025-11-09T16:26:20.056" v="408" actId="1076"/>
          <ac:picMkLst>
            <pc:docMk/>
            <pc:sldMk cId="577416010" sldId="288"/>
            <ac:picMk id="23" creationId="{26C42A9E-D0A5-0652-DD0D-070948D02780}"/>
          </ac:picMkLst>
        </pc:picChg>
        <pc:cxnChg chg="mod">
          <ac:chgData name="Nguyễn Quốc Khánh" userId="S::106220255@sv1.dut.udn.vn::a99d8c53-2260-4a43-80de-d6f2bc486cd8" providerId="AD" clId="Web-{5E969994-183D-2FA7-84A2-61649C58FBAC}" dt="2025-11-09T16:28:31.964" v="423"/>
          <ac:cxnSpMkLst>
            <pc:docMk/>
            <pc:sldMk cId="577416010" sldId="288"/>
            <ac:cxnSpMk id="30" creationId="{3AF2B0B8-0A60-7D77-94C1-D76E91AFB59F}"/>
          </ac:cxnSpMkLst>
        </pc:cxnChg>
        <pc:cxnChg chg="mod">
          <ac:chgData name="Nguyễn Quốc Khánh" userId="S::106220255@sv1.dut.udn.vn::a99d8c53-2260-4a43-80de-d6f2bc486cd8" providerId="AD" clId="Web-{5E969994-183D-2FA7-84A2-61649C58FBAC}" dt="2025-11-09T16:28:39.964" v="424"/>
          <ac:cxnSpMkLst>
            <pc:docMk/>
            <pc:sldMk cId="577416010" sldId="288"/>
            <ac:cxnSpMk id="31" creationId="{15C13E6B-0A6A-7220-F3D0-C5651AC3DAD3}"/>
          </ac:cxnSpMkLst>
        </pc:cxnChg>
      </pc:sldChg>
      <pc:sldChg chg="modSp">
        <pc:chgData name="Nguyễn Quốc Khánh" userId="S::106220255@sv1.dut.udn.vn::a99d8c53-2260-4a43-80de-d6f2bc486cd8" providerId="AD" clId="Web-{5E969994-183D-2FA7-84A2-61649C58FBAC}" dt="2025-11-09T15:37:46.208" v="211" actId="1076"/>
        <pc:sldMkLst>
          <pc:docMk/>
          <pc:sldMk cId="1350667001" sldId="289"/>
        </pc:sldMkLst>
        <pc:picChg chg="mod">
          <ac:chgData name="Nguyễn Quốc Khánh" userId="S::106220255@sv1.dut.udn.vn::a99d8c53-2260-4a43-80de-d6f2bc486cd8" providerId="AD" clId="Web-{5E969994-183D-2FA7-84A2-61649C58FBAC}" dt="2025-11-09T15:37:32.052" v="206" actId="1076"/>
          <ac:picMkLst>
            <pc:docMk/>
            <pc:sldMk cId="1350667001" sldId="289"/>
            <ac:picMk id="4" creationId="{1849687C-D6FB-B34C-53B4-9E8F5723F955}"/>
          </ac:picMkLst>
        </pc:picChg>
        <pc:picChg chg="mod">
          <ac:chgData name="Nguyễn Quốc Khánh" userId="S::106220255@sv1.dut.udn.vn::a99d8c53-2260-4a43-80de-d6f2bc486cd8" providerId="AD" clId="Web-{5E969994-183D-2FA7-84A2-61649C58FBAC}" dt="2025-11-09T15:37:46.208" v="211" actId="1076"/>
          <ac:picMkLst>
            <pc:docMk/>
            <pc:sldMk cId="1350667001" sldId="289"/>
            <ac:picMk id="11" creationId="{62A08623-7F64-1CE6-3477-8869B189F23C}"/>
          </ac:picMkLst>
        </pc:picChg>
      </pc:sldChg>
      <pc:sldChg chg="addSp delSp modSp">
        <pc:chgData name="Nguyễn Quốc Khánh" userId="S::106220255@sv1.dut.udn.vn::a99d8c53-2260-4a43-80de-d6f2bc486cd8" providerId="AD" clId="Web-{5E969994-183D-2FA7-84A2-61649C58FBAC}" dt="2025-11-09T17:00:44.201" v="426"/>
        <pc:sldMkLst>
          <pc:docMk/>
          <pc:sldMk cId="449233451" sldId="291"/>
        </pc:sldMkLst>
        <pc:spChg chg="add mod">
          <ac:chgData name="Nguyễn Quốc Khánh" userId="S::106220255@sv1.dut.udn.vn::a99d8c53-2260-4a43-80de-d6f2bc486cd8" providerId="AD" clId="Web-{5E969994-183D-2FA7-84A2-61649C58FBAC}" dt="2025-11-09T16:10:11.384" v="305" actId="1076"/>
          <ac:spMkLst>
            <pc:docMk/>
            <pc:sldMk cId="449233451" sldId="291"/>
            <ac:spMk id="5" creationId="{81860A24-DC3C-E83F-107B-DDE24AF0B506}"/>
          </ac:spMkLst>
        </pc:spChg>
        <pc:spChg chg="mod">
          <ac:chgData name="Nguyễn Quốc Khánh" userId="S::106220255@sv1.dut.udn.vn::a99d8c53-2260-4a43-80de-d6f2bc486cd8" providerId="AD" clId="Web-{5E969994-183D-2FA7-84A2-61649C58FBAC}" dt="2025-11-09T16:24:45.257" v="389" actId="14100"/>
          <ac:spMkLst>
            <pc:docMk/>
            <pc:sldMk cId="449233451" sldId="291"/>
            <ac:spMk id="7" creationId="{4C9DA41E-4651-C978-6B2C-13AA02C94B69}"/>
          </ac:spMkLst>
        </pc:spChg>
        <pc:spChg chg="mod">
          <ac:chgData name="Nguyễn Quốc Khánh" userId="S::106220255@sv1.dut.udn.vn::a99d8c53-2260-4a43-80de-d6f2bc486cd8" providerId="AD" clId="Web-{5E969994-183D-2FA7-84A2-61649C58FBAC}" dt="2025-11-09T16:24:16.804" v="381" actId="20577"/>
          <ac:spMkLst>
            <pc:docMk/>
            <pc:sldMk cId="449233451" sldId="291"/>
            <ac:spMk id="8" creationId="{4D5E0A48-81D7-6863-F0B9-53A2405D42EB}"/>
          </ac:spMkLst>
        </pc:spChg>
        <pc:spChg chg="add mod">
          <ac:chgData name="Nguyễn Quốc Khánh" userId="S::106220255@sv1.dut.udn.vn::a99d8c53-2260-4a43-80de-d6f2bc486cd8" providerId="AD" clId="Web-{5E969994-183D-2FA7-84A2-61649C58FBAC}" dt="2025-11-09T16:24:26.538" v="385" actId="14100"/>
          <ac:spMkLst>
            <pc:docMk/>
            <pc:sldMk cId="449233451" sldId="291"/>
            <ac:spMk id="13" creationId="{4C7373D2-8AE7-94BA-BD6F-FB2DB55BA6DE}"/>
          </ac:spMkLst>
        </pc:spChg>
        <pc:spChg chg="add del">
          <ac:chgData name="Nguyễn Quốc Khánh" userId="S::106220255@sv1.dut.udn.vn::a99d8c53-2260-4a43-80de-d6f2bc486cd8" providerId="AD" clId="Web-{5E969994-183D-2FA7-84A2-61649C58FBAC}" dt="2025-11-09T17:00:44.201" v="426"/>
          <ac:spMkLst>
            <pc:docMk/>
            <pc:sldMk cId="449233451" sldId="291"/>
            <ac:spMk id="14" creationId="{F92B256B-4519-5BD7-D60E-3030457669BC}"/>
          </ac:spMkLst>
        </pc:spChg>
        <pc:cxnChg chg="add mod">
          <ac:chgData name="Nguyễn Quốc Khánh" userId="S::106220255@sv1.dut.udn.vn::a99d8c53-2260-4a43-80de-d6f2bc486cd8" providerId="AD" clId="Web-{5E969994-183D-2FA7-84A2-61649C58FBAC}" dt="2025-11-09T16:10:40.119" v="310" actId="14100"/>
          <ac:cxnSpMkLst>
            <pc:docMk/>
            <pc:sldMk cId="449233451" sldId="291"/>
            <ac:cxnSpMk id="12" creationId="{E1F3755D-6FE5-686F-09AF-EF886ABAD36F}"/>
          </ac:cxnSpMkLst>
        </pc:cxnChg>
      </pc:sldChg>
      <pc:sldChg chg="addSp modSp">
        <pc:chgData name="Nguyễn Quốc Khánh" userId="S::106220255@sv1.dut.udn.vn::a99d8c53-2260-4a43-80de-d6f2bc486cd8" providerId="AD" clId="Web-{5E969994-183D-2FA7-84A2-61649C58FBAC}" dt="2025-11-09T17:23:28.164" v="490" actId="14100"/>
        <pc:sldMkLst>
          <pc:docMk/>
          <pc:sldMk cId="2133111737" sldId="292"/>
        </pc:sldMkLst>
        <pc:spChg chg="add mod">
          <ac:chgData name="Nguyễn Quốc Khánh" userId="S::106220255@sv1.dut.udn.vn::a99d8c53-2260-4a43-80de-d6f2bc486cd8" providerId="AD" clId="Web-{5E969994-183D-2FA7-84A2-61649C58FBAC}" dt="2025-11-09T17:01:06.873" v="431" actId="1076"/>
          <ac:spMkLst>
            <pc:docMk/>
            <pc:sldMk cId="2133111737" sldId="292"/>
            <ac:spMk id="4" creationId="{F92B256B-4519-5BD7-D60E-3030457669BC}"/>
          </ac:spMkLst>
        </pc:spChg>
        <pc:spChg chg="add mod">
          <ac:chgData name="Nguyễn Quốc Khánh" userId="S::106220255@sv1.dut.udn.vn::a99d8c53-2260-4a43-80de-d6f2bc486cd8" providerId="AD" clId="Web-{5E969994-183D-2FA7-84A2-61649C58FBAC}" dt="2025-11-09T17:01:24.326" v="436" actId="1076"/>
          <ac:spMkLst>
            <pc:docMk/>
            <pc:sldMk cId="2133111737" sldId="292"/>
            <ac:spMk id="6" creationId="{3E5540EF-4614-1C21-428C-0715E41C0E25}"/>
          </ac:spMkLst>
        </pc:spChg>
        <pc:spChg chg="add mod">
          <ac:chgData name="Nguyễn Quốc Khánh" userId="S::106220255@sv1.dut.udn.vn::a99d8c53-2260-4a43-80de-d6f2bc486cd8" providerId="AD" clId="Web-{5E969994-183D-2FA7-84A2-61649C58FBAC}" dt="2025-11-09T17:22:58.881" v="487" actId="1076"/>
          <ac:spMkLst>
            <pc:docMk/>
            <pc:sldMk cId="2133111737" sldId="292"/>
            <ac:spMk id="7" creationId="{E3AE1520-439E-A990-21A5-4171C4C3DF18}"/>
          </ac:spMkLst>
        </pc:spChg>
        <pc:spChg chg="add mod">
          <ac:chgData name="Nguyễn Quốc Khánh" userId="S::106220255@sv1.dut.udn.vn::a99d8c53-2260-4a43-80de-d6f2bc486cd8" providerId="AD" clId="Web-{5E969994-183D-2FA7-84A2-61649C58FBAC}" dt="2025-11-09T17:22:35.051" v="483" actId="20577"/>
          <ac:spMkLst>
            <pc:docMk/>
            <pc:sldMk cId="2133111737" sldId="292"/>
            <ac:spMk id="9" creationId="{7F464331-E236-E826-C492-A48C0F97FF08}"/>
          </ac:spMkLst>
        </pc:spChg>
        <pc:cxnChg chg="add mod">
          <ac:chgData name="Nguyễn Quốc Khánh" userId="S::106220255@sv1.dut.udn.vn::a99d8c53-2260-4a43-80de-d6f2bc486cd8" providerId="AD" clId="Web-{5E969994-183D-2FA7-84A2-61649C58FBAC}" dt="2025-11-09T17:23:20.132" v="489" actId="14100"/>
          <ac:cxnSpMkLst>
            <pc:docMk/>
            <pc:sldMk cId="2133111737" sldId="292"/>
            <ac:cxnSpMk id="8" creationId="{E3D81EC3-3921-0951-A0C9-62F2677B73C3}"/>
          </ac:cxnSpMkLst>
        </pc:cxnChg>
        <pc:cxnChg chg="add mod">
          <ac:chgData name="Nguyễn Quốc Khánh" userId="S::106220255@sv1.dut.udn.vn::a99d8c53-2260-4a43-80de-d6f2bc486cd8" providerId="AD" clId="Web-{5E969994-183D-2FA7-84A2-61649C58FBAC}" dt="2025-11-09T17:23:28.164" v="490" actId="14100"/>
          <ac:cxnSpMkLst>
            <pc:docMk/>
            <pc:sldMk cId="2133111737" sldId="292"/>
            <ac:cxnSpMk id="10" creationId="{F2008C45-0AD6-96E9-F8F3-FEB9812C21F2}"/>
          </ac:cxnSpMkLst>
        </pc:cxnChg>
      </pc:sldChg>
      <pc:sldChg chg="modSp">
        <pc:chgData name="Nguyễn Quốc Khánh" userId="S::106220255@sv1.dut.udn.vn::a99d8c53-2260-4a43-80de-d6f2bc486cd8" providerId="AD" clId="Web-{5E969994-183D-2FA7-84A2-61649C58FBAC}" dt="2025-11-09T16:23:46.913" v="375" actId="14100"/>
        <pc:sldMkLst>
          <pc:docMk/>
          <pc:sldMk cId="1403148565" sldId="293"/>
        </pc:sldMkLst>
        <pc:spChg chg="mod">
          <ac:chgData name="Nguyễn Quốc Khánh" userId="S::106220255@sv1.dut.udn.vn::a99d8c53-2260-4a43-80de-d6f2bc486cd8" providerId="AD" clId="Web-{5E969994-183D-2FA7-84A2-61649C58FBAC}" dt="2025-11-09T16:22:14.333" v="366" actId="14100"/>
          <ac:spMkLst>
            <pc:docMk/>
            <pc:sldMk cId="1403148565" sldId="293"/>
            <ac:spMk id="10" creationId="{AAD69EF1-AD5C-B9F8-CA09-48FB4C412465}"/>
          </ac:spMkLst>
        </pc:spChg>
        <pc:spChg chg="mod">
          <ac:chgData name="Nguyễn Quốc Khánh" userId="S::106220255@sv1.dut.udn.vn::a99d8c53-2260-4a43-80de-d6f2bc486cd8" providerId="AD" clId="Web-{5E969994-183D-2FA7-84A2-61649C58FBAC}" dt="2025-11-09T16:22:39.302" v="371" actId="14100"/>
          <ac:spMkLst>
            <pc:docMk/>
            <pc:sldMk cId="1403148565" sldId="293"/>
            <ac:spMk id="11" creationId="{208E7442-6242-CD52-F286-9113B5A2EBCD}"/>
          </ac:spMkLst>
        </pc:spChg>
        <pc:cxnChg chg="mod">
          <ac:chgData name="Nguyễn Quốc Khánh" userId="S::106220255@sv1.dut.udn.vn::a99d8c53-2260-4a43-80de-d6f2bc486cd8" providerId="AD" clId="Web-{5E969994-183D-2FA7-84A2-61649C58FBAC}" dt="2025-11-09T16:23:37.116" v="374" actId="14100"/>
          <ac:cxnSpMkLst>
            <pc:docMk/>
            <pc:sldMk cId="1403148565" sldId="293"/>
            <ac:cxnSpMk id="7" creationId="{720AD43E-88D6-3C04-A684-6068DBC47FA4}"/>
          </ac:cxnSpMkLst>
        </pc:cxnChg>
        <pc:cxnChg chg="mod">
          <ac:chgData name="Nguyễn Quốc Khánh" userId="S::106220255@sv1.dut.udn.vn::a99d8c53-2260-4a43-80de-d6f2bc486cd8" providerId="AD" clId="Web-{5E969994-183D-2FA7-84A2-61649C58FBAC}" dt="2025-11-09T16:23:46.913" v="375" actId="14100"/>
          <ac:cxnSpMkLst>
            <pc:docMk/>
            <pc:sldMk cId="1403148565" sldId="293"/>
            <ac:cxnSpMk id="8" creationId="{3EAC210E-1916-733D-B25D-44983C605341}"/>
          </ac:cxnSpMkLst>
        </pc:cxnChg>
      </pc:sldChg>
      <pc:sldChg chg="del">
        <pc:chgData name="Nguyễn Quốc Khánh" userId="S::106220255@sv1.dut.udn.vn::a99d8c53-2260-4a43-80de-d6f2bc486cd8" providerId="AD" clId="Web-{5E969994-183D-2FA7-84A2-61649C58FBAC}" dt="2025-11-09T15:36:52.989" v="205"/>
        <pc:sldMkLst>
          <pc:docMk/>
          <pc:sldMk cId="879765018" sldId="294"/>
        </pc:sldMkLst>
      </pc:sldChg>
      <pc:sldChg chg="addSp delSp modSp">
        <pc:chgData name="Nguyễn Quốc Khánh" userId="S::106220255@sv1.dut.udn.vn::a99d8c53-2260-4a43-80de-d6f2bc486cd8" providerId="AD" clId="Web-{5E969994-183D-2FA7-84A2-61649C58FBAC}" dt="2025-11-09T15:53:56.446" v="301" actId="20577"/>
        <pc:sldMkLst>
          <pc:docMk/>
          <pc:sldMk cId="2654613643" sldId="295"/>
        </pc:sldMkLst>
        <pc:spChg chg="del mod">
          <ac:chgData name="Nguyễn Quốc Khánh" userId="S::106220255@sv1.dut.udn.vn::a99d8c53-2260-4a43-80de-d6f2bc486cd8" providerId="AD" clId="Web-{5E969994-183D-2FA7-84A2-61649C58FBAC}" dt="2025-11-09T15:23:20.481" v="115"/>
          <ac:spMkLst>
            <pc:docMk/>
            <pc:sldMk cId="2654613643" sldId="295"/>
            <ac:spMk id="6" creationId="{A316C836-A860-1741-C0E8-149F9CD8F708}"/>
          </ac:spMkLst>
        </pc:spChg>
        <pc:spChg chg="add mod">
          <ac:chgData name="Nguyễn Quốc Khánh" userId="S::106220255@sv1.dut.udn.vn::a99d8c53-2260-4a43-80de-d6f2bc486cd8" providerId="AD" clId="Web-{5E969994-183D-2FA7-84A2-61649C58FBAC}" dt="2025-11-09T15:53:56.446" v="301" actId="20577"/>
          <ac:spMkLst>
            <pc:docMk/>
            <pc:sldMk cId="2654613643" sldId="295"/>
            <ac:spMk id="8" creationId="{495EA2A6-9FC5-0194-3581-E4F18652D931}"/>
          </ac:spMkLst>
        </pc:spChg>
        <pc:picChg chg="add del mod">
          <ac:chgData name="Nguyễn Quốc Khánh" userId="S::106220255@sv1.dut.udn.vn::a99d8c53-2260-4a43-80de-d6f2bc486cd8" providerId="AD" clId="Web-{5E969994-183D-2FA7-84A2-61649C58FBAC}" dt="2025-11-09T15:21:31.521" v="109"/>
          <ac:picMkLst>
            <pc:docMk/>
            <pc:sldMk cId="2654613643" sldId="295"/>
            <ac:picMk id="4" creationId="{681A6D12-DD36-505C-57FE-C272FDF55C30}"/>
          </ac:picMkLst>
        </pc:picChg>
        <pc:picChg chg="del">
          <ac:chgData name="Nguyễn Quốc Khánh" userId="S::106220255@sv1.dut.udn.vn::a99d8c53-2260-4a43-80de-d6f2bc486cd8" providerId="AD" clId="Web-{5E969994-183D-2FA7-84A2-61649C58FBAC}" dt="2025-11-09T15:21:21.365" v="107"/>
          <ac:picMkLst>
            <pc:docMk/>
            <pc:sldMk cId="2654613643" sldId="295"/>
            <ac:picMk id="5" creationId="{97D4727A-09EF-4C2D-BFB2-62B4E2548480}"/>
          </ac:picMkLst>
        </pc:picChg>
        <pc:picChg chg="add mod">
          <ac:chgData name="Nguyễn Quốc Khánh" userId="S::106220255@sv1.dut.udn.vn::a99d8c53-2260-4a43-80de-d6f2bc486cd8" providerId="AD" clId="Web-{5E969994-183D-2FA7-84A2-61649C58FBAC}" dt="2025-11-09T15:35:28.457" v="203" actId="1076"/>
          <ac:picMkLst>
            <pc:docMk/>
            <pc:sldMk cId="2654613643" sldId="295"/>
            <ac:picMk id="7" creationId="{34E1AD2B-32DB-A942-F254-4F67C36BB3E9}"/>
          </ac:picMkLst>
        </pc:picChg>
      </pc:sldChg>
      <pc:sldChg chg="modSp">
        <pc:chgData name="Nguyễn Quốc Khánh" userId="S::106220255@sv1.dut.udn.vn::a99d8c53-2260-4a43-80de-d6f2bc486cd8" providerId="AD" clId="Web-{5E969994-183D-2FA7-84A2-61649C58FBAC}" dt="2025-11-09T15:47:39.470" v="269"/>
        <pc:sldMkLst>
          <pc:docMk/>
          <pc:sldMk cId="1652306562" sldId="297"/>
        </pc:sldMkLst>
        <pc:graphicFrameChg chg="mod modGraphic">
          <ac:chgData name="Nguyễn Quốc Khánh" userId="S::106220255@sv1.dut.udn.vn::a99d8c53-2260-4a43-80de-d6f2bc486cd8" providerId="AD" clId="Web-{5E969994-183D-2FA7-84A2-61649C58FBAC}" dt="2025-11-09T15:47:39.470" v="269"/>
          <ac:graphicFrameMkLst>
            <pc:docMk/>
            <pc:sldMk cId="1652306562" sldId="297"/>
            <ac:graphicFrameMk id="5" creationId="{9D8401EF-E4D3-DB62-6BD5-9412F8F7C257}"/>
          </ac:graphicFrameMkLst>
        </pc:graphicFrameChg>
      </pc:sldChg>
      <pc:sldChg chg="modSp">
        <pc:chgData name="Nguyễn Quốc Khánh" userId="S::106220255@sv1.dut.udn.vn::a99d8c53-2260-4a43-80de-d6f2bc486cd8" providerId="AD" clId="Web-{5E969994-183D-2FA7-84A2-61649C58FBAC}" dt="2025-11-09T16:27:21.166" v="417" actId="20577"/>
        <pc:sldMkLst>
          <pc:docMk/>
          <pc:sldMk cId="2096442968" sldId="298"/>
        </pc:sldMkLst>
        <pc:spChg chg="mod">
          <ac:chgData name="Nguyễn Quốc Khánh" userId="S::106220255@sv1.dut.udn.vn::a99d8c53-2260-4a43-80de-d6f2bc486cd8" providerId="AD" clId="Web-{5E969994-183D-2FA7-84A2-61649C58FBAC}" dt="2025-11-09T16:27:21.166" v="417" actId="20577"/>
          <ac:spMkLst>
            <pc:docMk/>
            <pc:sldMk cId="2096442968" sldId="298"/>
            <ac:spMk id="4" creationId="{05493A57-9D04-08B6-5C52-03DFCD0E58B2}"/>
          </ac:spMkLst>
        </pc:spChg>
        <pc:spChg chg="mod">
          <ac:chgData name="Nguyễn Quốc Khánh" userId="S::106220255@sv1.dut.udn.vn::a99d8c53-2260-4a43-80de-d6f2bc486cd8" providerId="AD" clId="Web-{5E969994-183D-2FA7-84A2-61649C58FBAC}" dt="2025-11-09T16:15:43.803" v="329" actId="14100"/>
          <ac:spMkLst>
            <pc:docMk/>
            <pc:sldMk cId="2096442968" sldId="298"/>
            <ac:spMk id="5" creationId="{36354AC6-12C8-B141-5DEE-0515D759277F}"/>
          </ac:spMkLst>
        </pc:spChg>
        <pc:spChg chg="mod">
          <ac:chgData name="Nguyễn Quốc Khánh" userId="S::106220255@sv1.dut.udn.vn::a99d8c53-2260-4a43-80de-d6f2bc486cd8" providerId="AD" clId="Web-{5E969994-183D-2FA7-84A2-61649C58FBAC}" dt="2025-11-09T16:21:48.176" v="360" actId="1076"/>
          <ac:spMkLst>
            <pc:docMk/>
            <pc:sldMk cId="2096442968" sldId="298"/>
            <ac:spMk id="9" creationId="{579AD3F0-9009-2256-ABA9-A913F10DBD27}"/>
          </ac:spMkLst>
        </pc:spChg>
        <pc:picChg chg="mod">
          <ac:chgData name="Nguyễn Quốc Khánh" userId="S::106220255@sv1.dut.udn.vn::a99d8c53-2260-4a43-80de-d6f2bc486cd8" providerId="AD" clId="Web-{5E969994-183D-2FA7-84A2-61649C58FBAC}" dt="2025-11-09T16:15:13.989" v="325" actId="14100"/>
          <ac:picMkLst>
            <pc:docMk/>
            <pc:sldMk cId="2096442968" sldId="298"/>
            <ac:picMk id="6" creationId="{0DB06293-5B45-F11F-A575-AFABE4274405}"/>
          </ac:picMkLst>
        </pc:picChg>
        <pc:cxnChg chg="mod">
          <ac:chgData name="Nguyễn Quốc Khánh" userId="S::106220255@sv1.dut.udn.vn::a99d8c53-2260-4a43-80de-d6f2bc486cd8" providerId="AD" clId="Web-{5E969994-183D-2FA7-84A2-61649C58FBAC}" dt="2025-11-09T16:15:27.505" v="327" actId="14100"/>
          <ac:cxnSpMkLst>
            <pc:docMk/>
            <pc:sldMk cId="2096442968" sldId="298"/>
            <ac:cxnSpMk id="7" creationId="{B868BBEC-7BF1-805E-F0C2-8043AE948439}"/>
          </ac:cxnSpMkLst>
        </pc:cxnChg>
      </pc:sldChg>
      <pc:sldChg chg="del">
        <pc:chgData name="Nguyễn Quốc Khánh" userId="S::106220255@sv1.dut.udn.vn::a99d8c53-2260-4a43-80de-d6f2bc486cd8" providerId="AD" clId="Web-{5E969994-183D-2FA7-84A2-61649C58FBAC}" dt="2025-11-09T15:36:51.192" v="204"/>
        <pc:sldMkLst>
          <pc:docMk/>
          <pc:sldMk cId="3984590456" sldId="299"/>
        </pc:sldMkLst>
      </pc:sldChg>
    </pc:docChg>
  </pc:docChgLst>
  <pc:docChgLst>
    <pc:chgData name="Nguyễn Quốc Khánh" userId="S::106220255@sv1.dut.udn.vn::a99d8c53-2260-4a43-80de-d6f2bc486cd8" providerId="AD" clId="Web-{32F02522-364E-A27D-B0B3-0219B638321F}"/>
    <pc:docChg chg="addSld delSld modSld">
      <pc:chgData name="Nguyễn Quốc Khánh" userId="S::106220255@sv1.dut.udn.vn::a99d8c53-2260-4a43-80de-d6f2bc486cd8" providerId="AD" clId="Web-{32F02522-364E-A27D-B0B3-0219B638321F}" dt="2025-11-07T17:02:28.917" v="582"/>
      <pc:docMkLst>
        <pc:docMk/>
      </pc:docMkLst>
      <pc:sldChg chg="add">
        <pc:chgData name="Nguyễn Quốc Khánh" userId="S::106220255@sv1.dut.udn.vn::a99d8c53-2260-4a43-80de-d6f2bc486cd8" providerId="AD" clId="Web-{32F02522-364E-A27D-B0B3-0219B638321F}" dt="2025-11-07T10:36:07.717" v="2"/>
        <pc:sldMkLst>
          <pc:docMk/>
          <pc:sldMk cId="598620490" sldId="258"/>
        </pc:sldMkLst>
      </pc:sldChg>
      <pc:sldChg chg="add">
        <pc:chgData name="Nguyễn Quốc Khánh" userId="S::106220255@sv1.dut.udn.vn::a99d8c53-2260-4a43-80de-d6f2bc486cd8" providerId="AD" clId="Web-{32F02522-364E-A27D-B0B3-0219B638321F}" dt="2025-11-07T10:36:33.733" v="3"/>
        <pc:sldMkLst>
          <pc:docMk/>
          <pc:sldMk cId="4056857125" sldId="268"/>
        </pc:sldMkLst>
      </pc:sldChg>
      <pc:sldChg chg="addSp delSp modSp add mod replId setBg">
        <pc:chgData name="Nguyễn Quốc Khánh" userId="S::106220255@sv1.dut.udn.vn::a99d8c53-2260-4a43-80de-d6f2bc486cd8" providerId="AD" clId="Web-{32F02522-364E-A27D-B0B3-0219B638321F}" dt="2025-11-07T17:02:16.599" v="581" actId="1076"/>
        <pc:sldMkLst>
          <pc:docMk/>
          <pc:sldMk cId="4086799873" sldId="269"/>
        </pc:sldMkLst>
        <pc:spChg chg="mod">
          <ac:chgData name="Nguyễn Quốc Khánh" userId="S::106220255@sv1.dut.udn.vn::a99d8c53-2260-4a43-80de-d6f2bc486cd8" providerId="AD" clId="Web-{32F02522-364E-A27D-B0B3-0219B638321F}" dt="2025-11-07T17:02:16.599" v="581" actId="1076"/>
          <ac:spMkLst>
            <pc:docMk/>
            <pc:sldMk cId="4086799873" sldId="269"/>
            <ac:spMk id="2" creationId="{7E6D5A18-5BA5-21AE-5D34-1410864DC4B8}"/>
          </ac:spMkLst>
        </pc:spChg>
        <pc:spChg chg="add mod">
          <ac:chgData name="Nguyễn Quốc Khánh" userId="S::106220255@sv1.dut.udn.vn::a99d8c53-2260-4a43-80de-d6f2bc486cd8" providerId="AD" clId="Web-{32F02522-364E-A27D-B0B3-0219B638321F}" dt="2025-11-07T17:02:08.177" v="580" actId="1076"/>
          <ac:spMkLst>
            <pc:docMk/>
            <pc:sldMk cId="4086799873" sldId="269"/>
            <ac:spMk id="6" creationId="{C4A0D316-F218-C19F-948E-C5EA4A1FF745}"/>
          </ac:spMkLst>
        </pc:spChg>
      </pc:sldChg>
      <pc:sldChg chg="delSp modSp add">
        <pc:chgData name="Nguyễn Quốc Khánh" userId="S::106220255@sv1.dut.udn.vn::a99d8c53-2260-4a43-80de-d6f2bc486cd8" providerId="AD" clId="Web-{32F02522-364E-A27D-B0B3-0219B638321F}" dt="2025-11-07T11:18:22.392" v="206" actId="1076"/>
        <pc:sldMkLst>
          <pc:docMk/>
          <pc:sldMk cId="2079882338" sldId="270"/>
        </pc:sldMkLst>
        <pc:spChg chg="mod">
          <ac:chgData name="Nguyễn Quốc Khánh" userId="S::106220255@sv1.dut.udn.vn::a99d8c53-2260-4a43-80de-d6f2bc486cd8" providerId="AD" clId="Web-{32F02522-364E-A27D-B0B3-0219B638321F}" dt="2025-11-07T11:16:34.939" v="183" actId="14100"/>
          <ac:spMkLst>
            <pc:docMk/>
            <pc:sldMk cId="2079882338" sldId="270"/>
            <ac:spMk id="5" creationId="{0FB683F9-2ABC-7D80-9B06-B4F6966D2AB2}"/>
          </ac:spMkLst>
        </pc:spChg>
        <pc:spChg chg="mod">
          <ac:chgData name="Nguyễn Quốc Khánh" userId="S::106220255@sv1.dut.udn.vn::a99d8c53-2260-4a43-80de-d6f2bc486cd8" providerId="AD" clId="Web-{32F02522-364E-A27D-B0B3-0219B638321F}" dt="2025-11-07T11:18:12.673" v="204" actId="1076"/>
          <ac:spMkLst>
            <pc:docMk/>
            <pc:sldMk cId="2079882338" sldId="270"/>
            <ac:spMk id="6" creationId="{63532E4B-E09F-D4E1-FD16-9554A2DAD7EE}"/>
          </ac:spMkLst>
        </pc:spChg>
        <pc:spChg chg="mod">
          <ac:chgData name="Nguyễn Quốc Khánh" userId="S::106220255@sv1.dut.udn.vn::a99d8c53-2260-4a43-80de-d6f2bc486cd8" providerId="AD" clId="Web-{32F02522-364E-A27D-B0B3-0219B638321F}" dt="2025-11-07T11:17:20.751" v="194" actId="20577"/>
          <ac:spMkLst>
            <pc:docMk/>
            <pc:sldMk cId="2079882338" sldId="270"/>
            <ac:spMk id="7" creationId="{3A679C4A-AF91-EE47-ED2A-D02CC7811857}"/>
          </ac:spMkLst>
        </pc:spChg>
        <pc:spChg chg="mod">
          <ac:chgData name="Nguyễn Quốc Khánh" userId="S::106220255@sv1.dut.udn.vn::a99d8c53-2260-4a43-80de-d6f2bc486cd8" providerId="AD" clId="Web-{32F02522-364E-A27D-B0B3-0219B638321F}" dt="2025-11-07T11:18:22.392" v="206" actId="1076"/>
          <ac:spMkLst>
            <pc:docMk/>
            <pc:sldMk cId="2079882338" sldId="270"/>
            <ac:spMk id="8" creationId="{B83D8A31-4F17-4B13-CBE8-92594CB3EB99}"/>
          </ac:spMkLst>
        </pc:spChg>
      </pc:sldChg>
      <pc:sldChg chg="addSp delSp modSp add">
        <pc:chgData name="Nguyễn Quốc Khánh" userId="S::106220255@sv1.dut.udn.vn::a99d8c53-2260-4a43-80de-d6f2bc486cd8" providerId="AD" clId="Web-{32F02522-364E-A27D-B0B3-0219B638321F}" dt="2025-11-07T14:03:40.478" v="576" actId="1076"/>
        <pc:sldMkLst>
          <pc:docMk/>
          <pc:sldMk cId="1134166593" sldId="272"/>
        </pc:sldMkLst>
        <pc:spChg chg="add mod">
          <ac:chgData name="Nguyễn Quốc Khánh" userId="S::106220255@sv1.dut.udn.vn::a99d8c53-2260-4a43-80de-d6f2bc486cd8" providerId="AD" clId="Web-{32F02522-364E-A27D-B0B3-0219B638321F}" dt="2025-11-07T12:30:41.432" v="431" actId="14100"/>
          <ac:spMkLst>
            <pc:docMk/>
            <pc:sldMk cId="1134166593" sldId="272"/>
            <ac:spMk id="2" creationId="{93DE2FBE-6A01-4C5E-ECD2-127654FA1D2D}"/>
          </ac:spMkLst>
        </pc:spChg>
        <pc:spChg chg="mod">
          <ac:chgData name="Nguyễn Quốc Khánh" userId="S::106220255@sv1.dut.udn.vn::a99d8c53-2260-4a43-80de-d6f2bc486cd8" providerId="AD" clId="Web-{32F02522-364E-A27D-B0B3-0219B638321F}" dt="2025-11-07T12:31:47.323" v="432" actId="14100"/>
          <ac:spMkLst>
            <pc:docMk/>
            <pc:sldMk cId="1134166593" sldId="272"/>
            <ac:spMk id="5" creationId="{AE380D1D-2CC7-20F1-6993-2AED3EC1FE9D}"/>
          </ac:spMkLst>
        </pc:spChg>
        <pc:spChg chg="mod">
          <ac:chgData name="Nguyễn Quốc Khánh" userId="S::106220255@sv1.dut.udn.vn::a99d8c53-2260-4a43-80de-d6f2bc486cd8" providerId="AD" clId="Web-{32F02522-364E-A27D-B0B3-0219B638321F}" dt="2025-11-07T14:03:40.478" v="576" actId="1076"/>
          <ac:spMkLst>
            <pc:docMk/>
            <pc:sldMk cId="1134166593" sldId="272"/>
            <ac:spMk id="6" creationId="{CA2AE78B-11A4-89F6-7C16-9B30A691AAB7}"/>
          </ac:spMkLst>
        </pc:spChg>
      </pc:sldChg>
    </pc:docChg>
  </pc:docChgLst>
  <pc:docChgLst>
    <pc:chgData name="Nguyễn Quốc Khánh" userId="S::106220255@sv1.dut.udn.vn::a99d8c53-2260-4a43-80de-d6f2bc486cd8" providerId="AD" clId="Web-{465EDE79-4FF1-27D9-736A-6BDC72DB3676}"/>
    <pc:docChg chg="addSld modSld">
      <pc:chgData name="Nguyễn Quốc Khánh" userId="S::106220255@sv1.dut.udn.vn::a99d8c53-2260-4a43-80de-d6f2bc486cd8" providerId="AD" clId="Web-{465EDE79-4FF1-27D9-736A-6BDC72DB3676}" dt="2025-11-08T19:48:52.579" v="195"/>
      <pc:docMkLst>
        <pc:docMk/>
      </pc:docMkLst>
      <pc:sldChg chg="addSp modSp">
        <pc:chgData name="Nguyễn Quốc Khánh" userId="S::106220255@sv1.dut.udn.vn::a99d8c53-2260-4a43-80de-d6f2bc486cd8" providerId="AD" clId="Web-{465EDE79-4FF1-27D9-736A-6BDC72DB3676}" dt="2025-11-08T19:26:35.742" v="109" actId="1076"/>
        <pc:sldMkLst>
          <pc:docMk/>
          <pc:sldMk cId="1350667001" sldId="289"/>
        </pc:sldMkLst>
      </pc:sldChg>
      <pc:sldChg chg="addSp delSp modSp">
        <pc:chgData name="Nguyễn Quốc Khánh" userId="S::106220255@sv1.dut.udn.vn::a99d8c53-2260-4a43-80de-d6f2bc486cd8" providerId="AD" clId="Web-{465EDE79-4FF1-27D9-736A-6BDC72DB3676}" dt="2025-11-08T19:29:37.594" v="119" actId="20577"/>
        <pc:sldMkLst>
          <pc:docMk/>
          <pc:sldMk cId="1403148565" sldId="293"/>
        </pc:sldMkLst>
        <pc:spChg chg="mod">
          <ac:chgData name="Nguyễn Quốc Khánh" userId="S::106220255@sv1.dut.udn.vn::a99d8c53-2260-4a43-80de-d6f2bc486cd8" providerId="AD" clId="Web-{465EDE79-4FF1-27D9-736A-6BDC72DB3676}" dt="2025-11-08T19:29:37.594" v="119" actId="20577"/>
          <ac:spMkLst>
            <pc:docMk/>
            <pc:sldMk cId="1403148565" sldId="293"/>
            <ac:spMk id="2" creationId="{D5E5C960-A25F-B9B6-C377-28D9557F8891}"/>
          </ac:spMkLst>
        </pc:spChg>
        <pc:spChg chg="add mod">
          <ac:chgData name="Nguyễn Quốc Khánh" userId="S::106220255@sv1.dut.udn.vn::a99d8c53-2260-4a43-80de-d6f2bc486cd8" providerId="AD" clId="Web-{465EDE79-4FF1-27D9-736A-6BDC72DB3676}" dt="2025-11-08T19:18:36.685" v="36"/>
          <ac:spMkLst>
            <pc:docMk/>
            <pc:sldMk cId="1403148565" sldId="293"/>
            <ac:spMk id="4" creationId="{289D7AFB-57CE-6348-F9A4-802476033236}"/>
          </ac:spMkLst>
        </pc:spChg>
        <pc:spChg chg="add mod">
          <ac:chgData name="Nguyễn Quốc Khánh" userId="S::106220255@sv1.dut.udn.vn::a99d8c53-2260-4a43-80de-d6f2bc486cd8" providerId="AD" clId="Web-{465EDE79-4FF1-27D9-736A-6BDC72DB3676}" dt="2025-11-08T19:18:42.013" v="37"/>
          <ac:spMkLst>
            <pc:docMk/>
            <pc:sldMk cId="1403148565" sldId="293"/>
            <ac:spMk id="5" creationId="{E4651BAD-0826-C9B0-A49A-755ED97F4BB2}"/>
          </ac:spMkLst>
        </pc:spChg>
        <pc:spChg chg="add mod">
          <ac:chgData name="Nguyễn Quốc Khánh" userId="S::106220255@sv1.dut.udn.vn::a99d8c53-2260-4a43-80de-d6f2bc486cd8" providerId="AD" clId="Web-{465EDE79-4FF1-27D9-736A-6BDC72DB3676}" dt="2025-11-08T19:21:10.108" v="61" actId="1076"/>
          <ac:spMkLst>
            <pc:docMk/>
            <pc:sldMk cId="1403148565" sldId="293"/>
            <ac:spMk id="10" creationId="{AAD69EF1-AD5C-B9F8-CA09-48FB4C412465}"/>
          </ac:spMkLst>
        </pc:spChg>
        <pc:spChg chg="add mod">
          <ac:chgData name="Nguyễn Quốc Khánh" userId="S::106220255@sv1.dut.udn.vn::a99d8c53-2260-4a43-80de-d6f2bc486cd8" providerId="AD" clId="Web-{465EDE79-4FF1-27D9-736A-6BDC72DB3676}" dt="2025-11-08T19:23:07.937" v="76" actId="14100"/>
          <ac:spMkLst>
            <pc:docMk/>
            <pc:sldMk cId="1403148565" sldId="293"/>
            <ac:spMk id="11" creationId="{208E7442-6242-CD52-F286-9113B5A2EBCD}"/>
          </ac:spMkLst>
        </pc:spChg>
        <pc:picChg chg="mod">
          <ac:chgData name="Nguyễn Quốc Khánh" userId="S::106220255@sv1.dut.udn.vn::a99d8c53-2260-4a43-80de-d6f2bc486cd8" providerId="AD" clId="Web-{465EDE79-4FF1-27D9-736A-6BDC72DB3676}" dt="2025-11-08T19:19:47.811" v="46" actId="1076"/>
          <ac:picMkLst>
            <pc:docMk/>
            <pc:sldMk cId="1403148565" sldId="293"/>
            <ac:picMk id="6" creationId="{BAD542B3-B994-8FAC-14DF-B5D2B9FA6372}"/>
          </ac:picMkLst>
        </pc:picChg>
        <pc:cxnChg chg="add mod">
          <ac:chgData name="Nguyễn Quốc Khánh" userId="S::106220255@sv1.dut.udn.vn::a99d8c53-2260-4a43-80de-d6f2bc486cd8" providerId="AD" clId="Web-{465EDE79-4FF1-27D9-736A-6BDC72DB3676}" dt="2025-11-08T19:22:43.843" v="72"/>
          <ac:cxnSpMkLst>
            <pc:docMk/>
            <pc:sldMk cId="1403148565" sldId="293"/>
            <ac:cxnSpMk id="7" creationId="{720AD43E-88D6-3C04-A684-6068DBC47FA4}"/>
          </ac:cxnSpMkLst>
        </pc:cxnChg>
        <pc:cxnChg chg="add mod">
          <ac:chgData name="Nguyễn Quốc Khánh" userId="S::106220255@sv1.dut.udn.vn::a99d8c53-2260-4a43-80de-d6f2bc486cd8" providerId="AD" clId="Web-{465EDE79-4FF1-27D9-736A-6BDC72DB3676}" dt="2025-11-08T19:23:00.187" v="75" actId="14100"/>
          <ac:cxnSpMkLst>
            <pc:docMk/>
            <pc:sldMk cId="1403148565" sldId="293"/>
            <ac:cxnSpMk id="8" creationId="{3EAC210E-1916-733D-B25D-44983C605341}"/>
          </ac:cxnSpMkLst>
        </pc:cxnChg>
      </pc:sldChg>
      <pc:sldChg chg="addSp delSp modSp">
        <pc:chgData name="Nguyễn Quốc Khánh" userId="S::106220255@sv1.dut.udn.vn::a99d8c53-2260-4a43-80de-d6f2bc486cd8" providerId="AD" clId="Web-{465EDE79-4FF1-27D9-736A-6BDC72DB3676}" dt="2025-11-08T19:33:36.504" v="158" actId="1076"/>
        <pc:sldMkLst>
          <pc:docMk/>
          <pc:sldMk cId="2654613643" sldId="295"/>
        </pc:sldMkLst>
        <pc:spChg chg="mod">
          <ac:chgData name="Nguyễn Quốc Khánh" userId="S::106220255@sv1.dut.udn.vn::a99d8c53-2260-4a43-80de-d6f2bc486cd8" providerId="AD" clId="Web-{465EDE79-4FF1-27D9-736A-6BDC72DB3676}" dt="2025-11-08T19:29:47.094" v="124" actId="20577"/>
          <ac:spMkLst>
            <pc:docMk/>
            <pc:sldMk cId="2654613643" sldId="295"/>
            <ac:spMk id="2" creationId="{21B8BF62-E168-FA10-7F6C-1C6D7D3F4FEF}"/>
          </ac:spMkLst>
        </pc:spChg>
      </pc:sldChg>
      <pc:sldChg chg="addSp delSp modSp">
        <pc:chgData name="Nguyễn Quốc Khánh" userId="S::106220255@sv1.dut.udn.vn::a99d8c53-2260-4a43-80de-d6f2bc486cd8" providerId="AD" clId="Web-{465EDE79-4FF1-27D9-736A-6BDC72DB3676}" dt="2025-11-08T19:15:28.354" v="30" actId="1076"/>
        <pc:sldMkLst>
          <pc:docMk/>
          <pc:sldMk cId="2096442968" sldId="298"/>
        </pc:sldMkLst>
        <pc:spChg chg="add mod">
          <ac:chgData name="Nguyễn Quốc Khánh" userId="S::106220255@sv1.dut.udn.vn::a99d8c53-2260-4a43-80de-d6f2bc486cd8" providerId="AD" clId="Web-{465EDE79-4FF1-27D9-736A-6BDC72DB3676}" dt="2025-11-08T19:06:53.912" v="9" actId="20577"/>
          <ac:spMkLst>
            <pc:docMk/>
            <pc:sldMk cId="2096442968" sldId="298"/>
            <ac:spMk id="4" creationId="{05493A57-9D04-08B6-5C52-03DFCD0E58B2}"/>
          </ac:spMkLst>
        </pc:spChg>
        <pc:spChg chg="add mod">
          <ac:chgData name="Nguyễn Quốc Khánh" userId="S::106220255@sv1.dut.udn.vn::a99d8c53-2260-4a43-80de-d6f2bc486cd8" providerId="AD" clId="Web-{465EDE79-4FF1-27D9-736A-6BDC72DB3676}" dt="2025-11-08T19:13:26.055" v="12"/>
          <ac:spMkLst>
            <pc:docMk/>
            <pc:sldMk cId="2096442968" sldId="298"/>
            <ac:spMk id="5" creationId="{36354AC6-12C8-B141-5DEE-0515D759277F}"/>
          </ac:spMkLst>
        </pc:spChg>
        <pc:spChg chg="add mod">
          <ac:chgData name="Nguyễn Quốc Khánh" userId="S::106220255@sv1.dut.udn.vn::a99d8c53-2260-4a43-80de-d6f2bc486cd8" providerId="AD" clId="Web-{465EDE79-4FF1-27D9-736A-6BDC72DB3676}" dt="2025-11-08T19:15:28.354" v="30" actId="1076"/>
          <ac:spMkLst>
            <pc:docMk/>
            <pc:sldMk cId="2096442968" sldId="298"/>
            <ac:spMk id="9" creationId="{579AD3F0-9009-2256-ABA9-A913F10DBD27}"/>
          </ac:spMkLst>
        </pc:spChg>
        <pc:cxnChg chg="add mod">
          <ac:chgData name="Nguyễn Quốc Khánh" userId="S::106220255@sv1.dut.udn.vn::a99d8c53-2260-4a43-80de-d6f2bc486cd8" providerId="AD" clId="Web-{465EDE79-4FF1-27D9-736A-6BDC72DB3676}" dt="2025-11-08T19:15:24.307" v="29" actId="14100"/>
          <ac:cxnSpMkLst>
            <pc:docMk/>
            <pc:sldMk cId="2096442968" sldId="298"/>
            <ac:cxnSpMk id="7" creationId="{B868BBEC-7BF1-805E-F0C2-8043AE948439}"/>
          </ac:cxnSpMkLst>
        </pc:cxnChg>
      </pc:sldChg>
    </pc:docChg>
  </pc:docChgLst>
  <pc:docChgLst>
    <pc:chgData clId="Web-{465EDE79-4FF1-27D9-736A-6BDC72DB3676}"/>
    <pc:docChg chg="delSld">
      <pc:chgData name="" userId="" providerId="" clId="Web-{465EDE79-4FF1-27D9-736A-6BDC72DB3676}" dt="2025-11-08T19:00:05.745" v="0"/>
      <pc:docMkLst>
        <pc:docMk/>
      </pc:docMkLst>
    </pc:docChg>
  </pc:docChgLst>
  <pc:docChgLst>
    <pc:chgData name="Nguyễn Quốc Khánh" userId="S::106220255@sv1.dut.udn.vn::a99d8c53-2260-4a43-80de-d6f2bc486cd8" providerId="AD" clId="Web-{8D775641-F03E-9BC3-918B-6D6119B68279}"/>
    <pc:docChg chg="modSld">
      <pc:chgData name="Nguyễn Quốc Khánh" userId="S::106220255@sv1.dut.udn.vn::a99d8c53-2260-4a43-80de-d6f2bc486cd8" providerId="AD" clId="Web-{8D775641-F03E-9BC3-918B-6D6119B68279}" dt="2025-11-10T09:58:32.952" v="1"/>
      <pc:docMkLst>
        <pc:docMk/>
      </pc:docMkLst>
      <pc:sldChg chg="delSp">
        <pc:chgData name="Nguyễn Quốc Khánh" userId="S::106220255@sv1.dut.udn.vn::a99d8c53-2260-4a43-80de-d6f2bc486cd8" providerId="AD" clId="Web-{8D775641-F03E-9BC3-918B-6D6119B68279}" dt="2025-11-10T09:58:32.952" v="1"/>
        <pc:sldMkLst>
          <pc:docMk/>
          <pc:sldMk cId="1350667001" sldId="289"/>
        </pc:sldMkLst>
        <pc:picChg chg="del">
          <ac:chgData name="Nguyễn Quốc Khánh" userId="S::106220255@sv1.dut.udn.vn::a99d8c53-2260-4a43-80de-d6f2bc486cd8" providerId="AD" clId="Web-{8D775641-F03E-9BC3-918B-6D6119B68279}" dt="2025-11-10T09:58:32.952" v="1"/>
          <ac:picMkLst>
            <pc:docMk/>
            <pc:sldMk cId="1350667001" sldId="289"/>
            <ac:picMk id="4" creationId="{1849687C-D6FB-B34C-53B4-9E8F5723F955}"/>
          </ac:picMkLst>
        </pc:picChg>
      </pc:sldChg>
      <pc:sldChg chg="modSp">
        <pc:chgData name="Nguyễn Quốc Khánh" userId="S::106220255@sv1.dut.udn.vn::a99d8c53-2260-4a43-80de-d6f2bc486cd8" providerId="AD" clId="Web-{8D775641-F03E-9BC3-918B-6D6119B68279}" dt="2025-11-10T09:57:55.243" v="0" actId="1076"/>
        <pc:sldMkLst>
          <pc:docMk/>
          <pc:sldMk cId="1492243944" sldId="290"/>
        </pc:sldMkLst>
        <pc:picChg chg="mod">
          <ac:chgData name="Nguyễn Quốc Khánh" userId="S::106220255@sv1.dut.udn.vn::a99d8c53-2260-4a43-80de-d6f2bc486cd8" providerId="AD" clId="Web-{8D775641-F03E-9BC3-918B-6D6119B68279}" dt="2025-11-10T09:57:55.243" v="0" actId="1076"/>
          <ac:picMkLst>
            <pc:docMk/>
            <pc:sldMk cId="1492243944" sldId="290"/>
            <ac:picMk id="4" creationId="{7DF63FF2-2567-6795-59D1-9438F55670E8}"/>
          </ac:picMkLst>
        </pc:picChg>
      </pc:sldChg>
    </pc:docChg>
  </pc:docChgLst>
  <pc:docChgLst>
    <pc:chgData name="Hà Tiến Đạt" userId="2c270499-d7a4-441a-931b-11c3708e529e" providerId="ADAL" clId="{DDB06710-498B-452A-93D4-3C2887EC2D6F}"/>
    <pc:docChg chg="undo custSel addSld delSld modSld">
      <pc:chgData name="Hà Tiến Đạt" userId="2c270499-d7a4-441a-931b-11c3708e529e" providerId="ADAL" clId="{DDB06710-498B-452A-93D4-3C2887EC2D6F}" dt="2025-11-09T06:01:39.460" v="164" actId="2696"/>
      <pc:docMkLst>
        <pc:docMk/>
      </pc:docMkLst>
      <pc:sldChg chg="addSp delSp modSp mod">
        <pc:chgData name="Hà Tiến Đạt" userId="2c270499-d7a4-441a-931b-11c3708e529e" providerId="ADAL" clId="{DDB06710-498B-452A-93D4-3C2887EC2D6F}" dt="2025-11-09T05:58:18.891" v="159" actId="478"/>
        <pc:sldMkLst>
          <pc:docMk/>
          <pc:sldMk cId="255448687" sldId="279"/>
        </pc:sldMkLst>
        <pc:spChg chg="add mod">
          <ac:chgData name="Hà Tiến Đạt" userId="2c270499-d7a4-441a-931b-11c3708e529e" providerId="ADAL" clId="{DDB06710-498B-452A-93D4-3C2887EC2D6F}" dt="2025-11-09T05:54:32.631" v="5" actId="14100"/>
          <ac:spMkLst>
            <pc:docMk/>
            <pc:sldMk cId="255448687" sldId="279"/>
            <ac:spMk id="5" creationId="{C73F33CB-28D6-5FD1-4C7A-DEF75F0B5250}"/>
          </ac:spMkLst>
        </pc:spChg>
        <pc:spChg chg="add del mod">
          <ac:chgData name="Hà Tiến Đạt" userId="2c270499-d7a4-441a-931b-11c3708e529e" providerId="ADAL" clId="{DDB06710-498B-452A-93D4-3C2887EC2D6F}" dt="2025-11-09T05:55:36.290" v="34" actId="47"/>
          <ac:spMkLst>
            <pc:docMk/>
            <pc:sldMk cId="255448687" sldId="279"/>
            <ac:spMk id="8" creationId="{C511BECA-1E49-CFF3-EE0F-2BB11C520222}"/>
          </ac:spMkLst>
        </pc:spChg>
        <pc:spChg chg="add mod">
          <ac:chgData name="Hà Tiến Đạt" userId="2c270499-d7a4-441a-931b-11c3708e529e" providerId="ADAL" clId="{DDB06710-498B-452A-93D4-3C2887EC2D6F}" dt="2025-11-09T05:56:40.263" v="150" actId="20577"/>
          <ac:spMkLst>
            <pc:docMk/>
            <pc:sldMk cId="255448687" sldId="279"/>
            <ac:spMk id="10" creationId="{F18DE045-ADC3-576E-5CB1-BF09410130ED}"/>
          </ac:spMkLst>
        </pc:spChg>
        <pc:spChg chg="add del mod">
          <ac:chgData name="Hà Tiến Đạt" userId="2c270499-d7a4-441a-931b-11c3708e529e" providerId="ADAL" clId="{DDB06710-498B-452A-93D4-3C2887EC2D6F}" dt="2025-11-09T05:58:18.891" v="159" actId="478"/>
          <ac:spMkLst>
            <pc:docMk/>
            <pc:sldMk cId="255448687" sldId="279"/>
            <ac:spMk id="11" creationId="{2904184D-1FA1-2928-0172-15807E8ED453}"/>
          </ac:spMkLst>
        </pc:spChg>
        <pc:spChg chg="add del mod">
          <ac:chgData name="Hà Tiến Đạt" userId="2c270499-d7a4-441a-931b-11c3708e529e" providerId="ADAL" clId="{DDB06710-498B-452A-93D4-3C2887EC2D6F}" dt="2025-11-09T05:58:15.758" v="158" actId="478"/>
          <ac:spMkLst>
            <pc:docMk/>
            <pc:sldMk cId="255448687" sldId="279"/>
            <ac:spMk id="12" creationId="{D7DCC337-5EBD-5002-6C93-99F7A703DE48}"/>
          </ac:spMkLst>
        </pc:spChg>
        <pc:picChg chg="mod">
          <ac:chgData name="Hà Tiến Đạt" userId="2c270499-d7a4-441a-931b-11c3708e529e" providerId="ADAL" clId="{DDB06710-498B-452A-93D4-3C2887EC2D6F}" dt="2025-11-09T05:58:04.734" v="155" actId="1076"/>
          <ac:picMkLst>
            <pc:docMk/>
            <pc:sldMk cId="255448687" sldId="279"/>
            <ac:picMk id="3" creationId="{30704ECA-9A47-B404-5452-877181E6C01F}"/>
          </ac:picMkLst>
        </pc:picChg>
        <pc:cxnChg chg="add mod">
          <ac:chgData name="Hà Tiến Đạt" userId="2c270499-d7a4-441a-931b-11c3708e529e" providerId="ADAL" clId="{DDB06710-498B-452A-93D4-3C2887EC2D6F}" dt="2025-11-09T05:55:17.478" v="13" actId="14100"/>
          <ac:cxnSpMkLst>
            <pc:docMk/>
            <pc:sldMk cId="255448687" sldId="279"/>
            <ac:cxnSpMk id="6" creationId="{812221D2-5AEB-3915-4A57-5281FF73A756}"/>
          </ac:cxnSpMkLst>
        </pc:cxnChg>
      </pc:sldChg>
      <pc:sldChg chg="modSp del mod">
        <pc:chgData name="Hà Tiến Đạt" userId="2c270499-d7a4-441a-931b-11c3708e529e" providerId="ADAL" clId="{DDB06710-498B-452A-93D4-3C2887EC2D6F}" dt="2025-11-09T06:01:39.460" v="164" actId="2696"/>
        <pc:sldMkLst>
          <pc:docMk/>
          <pc:sldMk cId="2428129660" sldId="280"/>
        </pc:sldMkLst>
        <pc:picChg chg="mod">
          <ac:chgData name="Hà Tiến Đạt" userId="2c270499-d7a4-441a-931b-11c3708e529e" providerId="ADAL" clId="{DDB06710-498B-452A-93D4-3C2887EC2D6F}" dt="2025-11-09T06:01:29.484" v="163" actId="1076"/>
          <ac:picMkLst>
            <pc:docMk/>
            <pc:sldMk cId="2428129660" sldId="280"/>
            <ac:picMk id="3" creationId="{E1315F23-538B-07C2-3DCC-00D315FEB4F2}"/>
          </ac:picMkLst>
        </pc:picChg>
      </pc:sldChg>
      <pc:sldChg chg="add del">
        <pc:chgData name="Hà Tiến Đạt" userId="2c270499-d7a4-441a-931b-11c3708e529e" providerId="ADAL" clId="{DDB06710-498B-452A-93D4-3C2887EC2D6F}" dt="2025-11-09T05:55:48.677" v="36" actId="2696"/>
        <pc:sldMkLst>
          <pc:docMk/>
          <pc:sldMk cId="2871675316" sldId="300"/>
        </pc:sldMkLst>
      </pc:sldChg>
    </pc:docChg>
  </pc:docChgLst>
  <pc:docChgLst>
    <pc:chgData name="Hà Tiến Đạt" userId="2c270499-d7a4-441a-931b-11c3708e529e" providerId="ADAL" clId="{1F2FD4F7-5D99-4895-B4DF-7A9B8C6C9F45}"/>
    <pc:docChg chg="undo custSel addSld delSld modSld sldOrd">
      <pc:chgData name="Hà Tiến Đạt" userId="2c270499-d7a4-441a-931b-11c3708e529e" providerId="ADAL" clId="{1F2FD4F7-5D99-4895-B4DF-7A9B8C6C9F45}" dt="2025-11-10T10:39:47.557" v="1510" actId="1440"/>
      <pc:docMkLst>
        <pc:docMk/>
      </pc:docMkLst>
      <pc:sldChg chg="addSp modSp mod">
        <pc:chgData name="Hà Tiến Đạt" userId="2c270499-d7a4-441a-931b-11c3708e529e" providerId="ADAL" clId="{1F2FD4F7-5D99-4895-B4DF-7A9B8C6C9F45}" dt="2025-11-08T09:40:02.937" v="548" actId="1076"/>
        <pc:sldMkLst>
          <pc:docMk/>
          <pc:sldMk cId="598620490" sldId="258"/>
        </pc:sldMkLst>
        <pc:spChg chg="mod ord">
          <ac:chgData name="Hà Tiến Đạt" userId="2c270499-d7a4-441a-931b-11c3708e529e" providerId="ADAL" clId="{1F2FD4F7-5D99-4895-B4DF-7A9B8C6C9F45}" dt="2025-11-08T09:39:58.673" v="547" actId="1076"/>
          <ac:spMkLst>
            <pc:docMk/>
            <pc:sldMk cId="598620490" sldId="258"/>
            <ac:spMk id="2" creationId="{05BB1DC9-8DEA-0656-BC38-C627BAB75554}"/>
          </ac:spMkLst>
        </pc:spChg>
        <pc:spChg chg="mod">
          <ac:chgData name="Hà Tiến Đạt" userId="2c270499-d7a4-441a-931b-11c3708e529e" providerId="ADAL" clId="{1F2FD4F7-5D99-4895-B4DF-7A9B8C6C9F45}" dt="2025-11-08T09:40:02.937" v="548" actId="1076"/>
          <ac:spMkLst>
            <pc:docMk/>
            <pc:sldMk cId="598620490" sldId="258"/>
            <ac:spMk id="3" creationId="{877D8B93-6547-7DDF-24D1-5E959C989844}"/>
          </ac:spMkLst>
        </pc:spChg>
        <pc:spChg chg="add mod">
          <ac:chgData name="Hà Tiến Đạt" userId="2c270499-d7a4-441a-931b-11c3708e529e" providerId="ADAL" clId="{1F2FD4F7-5D99-4895-B4DF-7A9B8C6C9F45}" dt="2025-11-08T09:39:55.785" v="546" actId="14100"/>
          <ac:spMkLst>
            <pc:docMk/>
            <pc:sldMk cId="598620490" sldId="258"/>
            <ac:spMk id="4" creationId="{A6DE5B66-6472-A3D2-5DCA-AFFE20100240}"/>
          </ac:spMkLst>
        </pc:spChg>
      </pc:sldChg>
      <pc:sldChg chg="modSp mod">
        <pc:chgData name="Hà Tiến Đạt" userId="2c270499-d7a4-441a-931b-11c3708e529e" providerId="ADAL" clId="{1F2FD4F7-5D99-4895-B4DF-7A9B8C6C9F45}" dt="2025-11-08T09:44:59.453" v="559"/>
        <pc:sldMkLst>
          <pc:docMk/>
          <pc:sldMk cId="4056857125" sldId="268"/>
        </pc:sldMkLst>
        <pc:graphicFrameChg chg="mod modGraphic">
          <ac:chgData name="Hà Tiến Đạt" userId="2c270499-d7a4-441a-931b-11c3708e529e" providerId="ADAL" clId="{1F2FD4F7-5D99-4895-B4DF-7A9B8C6C9F45}" dt="2025-11-08T09:44:59.453" v="559"/>
          <ac:graphicFrameMkLst>
            <pc:docMk/>
            <pc:sldMk cId="4056857125" sldId="268"/>
            <ac:graphicFrameMk id="2" creationId="{AD48D331-0A31-AB1B-45B4-59125E5385B9}"/>
          </ac:graphicFrameMkLst>
        </pc:graphicFrameChg>
      </pc:sldChg>
      <pc:sldChg chg="addSp modSp mod">
        <pc:chgData name="Hà Tiến Đạt" userId="2c270499-d7a4-441a-931b-11c3708e529e" providerId="ADAL" clId="{1F2FD4F7-5D99-4895-B4DF-7A9B8C6C9F45}" dt="2025-11-08T09:51:38.323" v="618" actId="14100"/>
        <pc:sldMkLst>
          <pc:docMk/>
          <pc:sldMk cId="4086799873" sldId="269"/>
        </pc:sldMkLst>
        <pc:spChg chg="mod ord">
          <ac:chgData name="Hà Tiến Đạt" userId="2c270499-d7a4-441a-931b-11c3708e529e" providerId="ADAL" clId="{1F2FD4F7-5D99-4895-B4DF-7A9B8C6C9F45}" dt="2025-11-08T09:51:38.323" v="618" actId="14100"/>
          <ac:spMkLst>
            <pc:docMk/>
            <pc:sldMk cId="4086799873" sldId="269"/>
            <ac:spMk id="2" creationId="{7E6D5A18-5BA5-21AE-5D34-1410864DC4B8}"/>
          </ac:spMkLst>
        </pc:spChg>
        <pc:spChg chg="add mod">
          <ac:chgData name="Hà Tiến Đạt" userId="2c270499-d7a4-441a-931b-11c3708e529e" providerId="ADAL" clId="{1F2FD4F7-5D99-4895-B4DF-7A9B8C6C9F45}" dt="2025-11-08T09:50:25.184" v="610"/>
          <ac:spMkLst>
            <pc:docMk/>
            <pc:sldMk cId="4086799873" sldId="269"/>
            <ac:spMk id="3" creationId="{202032D4-B00F-AEC1-CCFA-098F90A2D5B1}"/>
          </ac:spMkLst>
        </pc:spChg>
        <pc:spChg chg="mod">
          <ac:chgData name="Hà Tiến Đạt" userId="2c270499-d7a4-441a-931b-11c3708e529e" providerId="ADAL" clId="{1F2FD4F7-5D99-4895-B4DF-7A9B8C6C9F45}" dt="2025-11-07T13:27:36.334" v="156" actId="12"/>
          <ac:spMkLst>
            <pc:docMk/>
            <pc:sldMk cId="4086799873" sldId="269"/>
            <ac:spMk id="6" creationId="{C4A0D316-F218-C19F-948E-C5EA4A1FF745}"/>
          </ac:spMkLst>
        </pc:spChg>
      </pc:sldChg>
      <pc:sldChg chg="addSp delSp modSp mod">
        <pc:chgData name="Hà Tiến Đạt" userId="2c270499-d7a4-441a-931b-11c3708e529e" providerId="ADAL" clId="{1F2FD4F7-5D99-4895-B4DF-7A9B8C6C9F45}" dt="2025-11-08T09:50:45.721" v="613" actId="14100"/>
        <pc:sldMkLst>
          <pc:docMk/>
          <pc:sldMk cId="2079882338" sldId="270"/>
        </pc:sldMkLst>
        <pc:spChg chg="mod ord">
          <ac:chgData name="Hà Tiến Đạt" userId="2c270499-d7a4-441a-931b-11c3708e529e" providerId="ADAL" clId="{1F2FD4F7-5D99-4895-B4DF-7A9B8C6C9F45}" dt="2025-11-08T09:50:45.721" v="613" actId="14100"/>
          <ac:spMkLst>
            <pc:docMk/>
            <pc:sldMk cId="2079882338" sldId="270"/>
            <ac:spMk id="6" creationId="{63532E4B-E09F-D4E1-FD16-9554A2DAD7EE}"/>
          </ac:spMkLst>
        </pc:spChg>
        <pc:spChg chg="add mod">
          <ac:chgData name="Hà Tiến Đạt" userId="2c270499-d7a4-441a-931b-11c3708e529e" providerId="ADAL" clId="{1F2FD4F7-5D99-4895-B4DF-7A9B8C6C9F45}" dt="2025-11-08T09:50:12.791" v="608" actId="1076"/>
          <ac:spMkLst>
            <pc:docMk/>
            <pc:sldMk cId="2079882338" sldId="270"/>
            <ac:spMk id="9" creationId="{7F30F82D-C2CD-CDA6-BBEE-60C774341520}"/>
          </ac:spMkLst>
        </pc:spChg>
      </pc:sldChg>
      <pc:sldChg chg="addSp modSp mod">
        <pc:chgData name="Hà Tiến Đạt" userId="2c270499-d7a4-441a-931b-11c3708e529e" providerId="ADAL" clId="{1F2FD4F7-5D99-4895-B4DF-7A9B8C6C9F45}" dt="2025-11-08T10:48:45.074" v="1148" actId="1076"/>
        <pc:sldMkLst>
          <pc:docMk/>
          <pc:sldMk cId="1134166593" sldId="272"/>
        </pc:sldMkLst>
        <pc:spChg chg="mod">
          <ac:chgData name="Hà Tiến Đạt" userId="2c270499-d7a4-441a-931b-11c3708e529e" providerId="ADAL" clId="{1F2FD4F7-5D99-4895-B4DF-7A9B8C6C9F45}" dt="2025-11-08T10:48:45.074" v="1148" actId="1076"/>
          <ac:spMkLst>
            <pc:docMk/>
            <pc:sldMk cId="1134166593" sldId="272"/>
            <ac:spMk id="2" creationId="{93DE2FBE-6A01-4C5E-ECD2-127654FA1D2D}"/>
          </ac:spMkLst>
        </pc:spChg>
        <pc:spChg chg="add mod">
          <ac:chgData name="Hà Tiến Đạt" userId="2c270499-d7a4-441a-931b-11c3708e529e" providerId="ADAL" clId="{1F2FD4F7-5D99-4895-B4DF-7A9B8C6C9F45}" dt="2025-11-08T09:46:39.278" v="572" actId="14100"/>
          <ac:spMkLst>
            <pc:docMk/>
            <pc:sldMk cId="1134166593" sldId="272"/>
            <ac:spMk id="3" creationId="{131F585B-C988-9AF7-4F16-B4411CEEAB93}"/>
          </ac:spMkLst>
        </pc:spChg>
        <pc:spChg chg="mod ord">
          <ac:chgData name="Hà Tiến Đạt" userId="2c270499-d7a4-441a-931b-11c3708e529e" providerId="ADAL" clId="{1F2FD4F7-5D99-4895-B4DF-7A9B8C6C9F45}" dt="2025-11-08T09:47:20.229" v="579" actId="1076"/>
          <ac:spMkLst>
            <pc:docMk/>
            <pc:sldMk cId="1134166593" sldId="272"/>
            <ac:spMk id="5" creationId="{AE380D1D-2CC7-20F1-6993-2AED3EC1FE9D}"/>
          </ac:spMkLst>
        </pc:spChg>
        <pc:spChg chg="mod">
          <ac:chgData name="Hà Tiến Đạt" userId="2c270499-d7a4-441a-931b-11c3708e529e" providerId="ADAL" clId="{1F2FD4F7-5D99-4895-B4DF-7A9B8C6C9F45}" dt="2025-11-08T10:48:42.744" v="1147" actId="1076"/>
          <ac:spMkLst>
            <pc:docMk/>
            <pc:sldMk cId="1134166593" sldId="272"/>
            <ac:spMk id="6" creationId="{CA2AE78B-11A4-89F6-7C16-9B30A691AAB7}"/>
          </ac:spMkLst>
        </pc:spChg>
      </pc:sldChg>
      <pc:sldChg chg="addSp delSp modSp new mod">
        <pc:chgData name="Hà Tiến Đạt" userId="2c270499-d7a4-441a-931b-11c3708e529e" providerId="ADAL" clId="{1F2FD4F7-5D99-4895-B4DF-7A9B8C6C9F45}" dt="2025-11-08T09:48:17.551" v="592" actId="1076"/>
        <pc:sldMkLst>
          <pc:docMk/>
          <pc:sldMk cId="3883737535" sldId="273"/>
        </pc:sldMkLst>
        <pc:spChg chg="mod ord">
          <ac:chgData name="Hà Tiến Đạt" userId="2c270499-d7a4-441a-931b-11c3708e529e" providerId="ADAL" clId="{1F2FD4F7-5D99-4895-B4DF-7A9B8C6C9F45}" dt="2025-11-08T09:48:17.551" v="592" actId="1076"/>
          <ac:spMkLst>
            <pc:docMk/>
            <pc:sldMk cId="3883737535" sldId="273"/>
            <ac:spMk id="2" creationId="{FFFB97CC-9E1D-FB67-383C-5FAA151C1957}"/>
          </ac:spMkLst>
        </pc:spChg>
        <pc:spChg chg="add mod">
          <ac:chgData name="Hà Tiến Đạt" userId="2c270499-d7a4-441a-931b-11c3708e529e" providerId="ADAL" clId="{1F2FD4F7-5D99-4895-B4DF-7A9B8C6C9F45}" dt="2025-11-08T09:47:38.765" v="580"/>
          <ac:spMkLst>
            <pc:docMk/>
            <pc:sldMk cId="3883737535" sldId="273"/>
            <ac:spMk id="3" creationId="{030CF617-C5FD-C726-7197-4D233E82CB47}"/>
          </ac:spMkLst>
        </pc:spChg>
        <pc:spChg chg="add mod">
          <ac:chgData name="Hà Tiến Đạt" userId="2c270499-d7a4-441a-931b-11c3708e529e" providerId="ADAL" clId="{1F2FD4F7-5D99-4895-B4DF-7A9B8C6C9F45}" dt="2025-11-07T13:51:06.022" v="341" actId="20577"/>
          <ac:spMkLst>
            <pc:docMk/>
            <pc:sldMk cId="3883737535" sldId="273"/>
            <ac:spMk id="4" creationId="{95F018FC-81D4-F91B-7149-41D991AA1CF8}"/>
          </ac:spMkLst>
        </pc:spChg>
        <pc:spChg chg="add mod">
          <ac:chgData name="Hà Tiến Đạt" userId="2c270499-d7a4-441a-931b-11c3708e529e" providerId="ADAL" clId="{1F2FD4F7-5D99-4895-B4DF-7A9B8C6C9F45}" dt="2025-11-07T13:51:45.640" v="355" actId="1076"/>
          <ac:spMkLst>
            <pc:docMk/>
            <pc:sldMk cId="3883737535" sldId="273"/>
            <ac:spMk id="5" creationId="{0DBC51DA-9FEA-F25C-8E2F-4984DAC962D0}"/>
          </ac:spMkLst>
        </pc:spChg>
        <pc:spChg chg="add mod">
          <ac:chgData name="Hà Tiến Đạt" userId="2c270499-d7a4-441a-931b-11c3708e529e" providerId="ADAL" clId="{1F2FD4F7-5D99-4895-B4DF-7A9B8C6C9F45}" dt="2025-11-07T13:51:33.994" v="354" actId="20577"/>
          <ac:spMkLst>
            <pc:docMk/>
            <pc:sldMk cId="3883737535" sldId="273"/>
            <ac:spMk id="6" creationId="{6D907AD6-BED9-CE01-E85D-B57B4B99EFA7}"/>
          </ac:spMkLst>
        </pc:spChg>
        <pc:spChg chg="add mod">
          <ac:chgData name="Hà Tiến Đạt" userId="2c270499-d7a4-441a-931b-11c3708e529e" providerId="ADAL" clId="{1F2FD4F7-5D99-4895-B4DF-7A9B8C6C9F45}" dt="2025-11-07T13:49:14.998" v="335" actId="1076"/>
          <ac:spMkLst>
            <pc:docMk/>
            <pc:sldMk cId="3883737535" sldId="273"/>
            <ac:spMk id="10" creationId="{57DFA6CB-0947-76CE-DD8E-052A75507395}"/>
          </ac:spMkLst>
        </pc:spChg>
        <pc:spChg chg="add mod">
          <ac:chgData name="Hà Tiến Đạt" userId="2c270499-d7a4-441a-931b-11c3708e529e" providerId="ADAL" clId="{1F2FD4F7-5D99-4895-B4DF-7A9B8C6C9F45}" dt="2025-11-07T13:49:18.136" v="336" actId="1076"/>
          <ac:spMkLst>
            <pc:docMk/>
            <pc:sldMk cId="3883737535" sldId="273"/>
            <ac:spMk id="11" creationId="{BA9FBE57-4A62-C3C5-9EE5-D4B2351829A9}"/>
          </ac:spMkLst>
        </pc:spChg>
        <pc:spChg chg="add mod">
          <ac:chgData name="Hà Tiến Đạt" userId="2c270499-d7a4-441a-931b-11c3708e529e" providerId="ADAL" clId="{1F2FD4F7-5D99-4895-B4DF-7A9B8C6C9F45}" dt="2025-11-07T13:51:58.949" v="360"/>
          <ac:spMkLst>
            <pc:docMk/>
            <pc:sldMk cId="3883737535" sldId="273"/>
            <ac:spMk id="22" creationId="{E5793839-FBD8-1D91-D1FE-E1B957C831B2}"/>
          </ac:spMkLst>
        </pc:spChg>
        <pc:cxnChg chg="add mod">
          <ac:chgData name="Hà Tiến Đạt" userId="2c270499-d7a4-441a-931b-11c3708e529e" providerId="ADAL" clId="{1F2FD4F7-5D99-4895-B4DF-7A9B8C6C9F45}" dt="2025-11-07T13:51:45.640" v="355" actId="1076"/>
          <ac:cxnSpMkLst>
            <pc:docMk/>
            <pc:sldMk cId="3883737535" sldId="273"/>
            <ac:cxnSpMk id="7" creationId="{6E9B408B-E542-619B-CC02-EB011E62FA61}"/>
          </ac:cxnSpMkLst>
        </pc:cxnChg>
        <pc:cxnChg chg="add mod">
          <ac:chgData name="Hà Tiến Đạt" userId="2c270499-d7a4-441a-931b-11c3708e529e" providerId="ADAL" clId="{1F2FD4F7-5D99-4895-B4DF-7A9B8C6C9F45}" dt="2025-11-07T13:51:45.640" v="355" actId="1076"/>
          <ac:cxnSpMkLst>
            <pc:docMk/>
            <pc:sldMk cId="3883737535" sldId="273"/>
            <ac:cxnSpMk id="9" creationId="{8DAC5941-1864-5C90-7927-51134BD4E3FD}"/>
          </ac:cxnSpMkLst>
        </pc:cxnChg>
        <pc:cxnChg chg="add mod">
          <ac:chgData name="Hà Tiến Đạt" userId="2c270499-d7a4-441a-931b-11c3708e529e" providerId="ADAL" clId="{1F2FD4F7-5D99-4895-B4DF-7A9B8C6C9F45}" dt="2025-11-07T13:52:32.616" v="371" actId="14100"/>
          <ac:cxnSpMkLst>
            <pc:docMk/>
            <pc:sldMk cId="3883737535" sldId="273"/>
            <ac:cxnSpMk id="24" creationId="{F95ADF6F-6D7E-5889-F1F1-E2B945EAA8CA}"/>
          </ac:cxnSpMkLst>
        </pc:cxnChg>
      </pc:sldChg>
      <pc:sldChg chg="addSp delSp modSp new mod">
        <pc:chgData name="Hà Tiến Đạt" userId="2c270499-d7a4-441a-931b-11c3708e529e" providerId="ADAL" clId="{1F2FD4F7-5D99-4895-B4DF-7A9B8C6C9F45}" dt="2025-11-10T10:39:36.289" v="1508" actId="1440"/>
        <pc:sldMkLst>
          <pc:docMk/>
          <pc:sldMk cId="2603536670" sldId="275"/>
        </pc:sldMkLst>
        <pc:spChg chg="mod ord">
          <ac:chgData name="Hà Tiến Đạt" userId="2c270499-d7a4-441a-931b-11c3708e529e" providerId="ADAL" clId="{1F2FD4F7-5D99-4895-B4DF-7A9B8C6C9F45}" dt="2025-11-08T09:49:45.544" v="602" actId="255"/>
          <ac:spMkLst>
            <pc:docMk/>
            <pc:sldMk cId="2603536670" sldId="275"/>
            <ac:spMk id="2" creationId="{1D51B576-193A-34C9-5722-F998AD4DDFF0}"/>
          </ac:spMkLst>
        </pc:spChg>
        <pc:spChg chg="add mod">
          <ac:chgData name="Hà Tiến Đạt" userId="2c270499-d7a4-441a-931b-11c3708e529e" providerId="ADAL" clId="{1F2FD4F7-5D99-4895-B4DF-7A9B8C6C9F45}" dt="2025-11-08T05:23:05.447" v="536" actId="14100"/>
          <ac:spMkLst>
            <pc:docMk/>
            <pc:sldMk cId="2603536670" sldId="275"/>
            <ac:spMk id="3" creationId="{DAEDA01E-D548-1A03-2191-FB0566949B6E}"/>
          </ac:spMkLst>
        </pc:spChg>
        <pc:spChg chg="add mod">
          <ac:chgData name="Hà Tiến Đạt" userId="2c270499-d7a4-441a-931b-11c3708e529e" providerId="ADAL" clId="{1F2FD4F7-5D99-4895-B4DF-7A9B8C6C9F45}" dt="2025-11-07T13:57:50.451" v="415" actId="208"/>
          <ac:spMkLst>
            <pc:docMk/>
            <pc:sldMk cId="2603536670" sldId="275"/>
            <ac:spMk id="6" creationId="{D36E394D-F44E-B0E7-0BD2-0F92B73A9769}"/>
          </ac:spMkLst>
        </pc:spChg>
        <pc:spChg chg="add mod">
          <ac:chgData name="Hà Tiến Đạt" userId="2c270499-d7a4-441a-931b-11c3708e529e" providerId="ADAL" clId="{1F2FD4F7-5D99-4895-B4DF-7A9B8C6C9F45}" dt="2025-11-08T09:49:23.721" v="596"/>
          <ac:spMkLst>
            <pc:docMk/>
            <pc:sldMk cId="2603536670" sldId="275"/>
            <ac:spMk id="9" creationId="{3B6019D7-4DCF-1A27-2A22-CB5C109FBEBE}"/>
          </ac:spMkLst>
        </pc:spChg>
        <pc:spChg chg="add mod">
          <ac:chgData name="Hà Tiến Đạt" userId="2c270499-d7a4-441a-931b-11c3708e529e" providerId="ADAL" clId="{1F2FD4F7-5D99-4895-B4DF-7A9B8C6C9F45}" dt="2025-11-08T10:07:41.150" v="631" actId="14100"/>
          <ac:spMkLst>
            <pc:docMk/>
            <pc:sldMk cId="2603536670" sldId="275"/>
            <ac:spMk id="10" creationId="{80D68E25-D2BA-7667-F079-5A82A41BDEC2}"/>
          </ac:spMkLst>
        </pc:spChg>
        <pc:spChg chg="add mod">
          <ac:chgData name="Hà Tiến Đạt" userId="2c270499-d7a4-441a-931b-11c3708e529e" providerId="ADAL" clId="{1F2FD4F7-5D99-4895-B4DF-7A9B8C6C9F45}" dt="2025-11-08T10:08:00.858" v="636" actId="1076"/>
          <ac:spMkLst>
            <pc:docMk/>
            <pc:sldMk cId="2603536670" sldId="275"/>
            <ac:spMk id="13" creationId="{AEEBF5EC-36FB-7BD0-089B-A253E83575A0}"/>
          </ac:spMkLst>
        </pc:spChg>
        <pc:spChg chg="add mod">
          <ac:chgData name="Hà Tiến Đạt" userId="2c270499-d7a4-441a-931b-11c3708e529e" providerId="ADAL" clId="{1F2FD4F7-5D99-4895-B4DF-7A9B8C6C9F45}" dt="2025-11-08T10:09:34.891" v="715" actId="14100"/>
          <ac:spMkLst>
            <pc:docMk/>
            <pc:sldMk cId="2603536670" sldId="275"/>
            <ac:spMk id="17" creationId="{3C331DCF-2A3D-3369-C712-BCADA957C3BA}"/>
          </ac:spMkLst>
        </pc:spChg>
        <pc:picChg chg="add mod">
          <ac:chgData name="Hà Tiến Đạt" userId="2c270499-d7a4-441a-931b-11c3708e529e" providerId="ADAL" clId="{1F2FD4F7-5D99-4895-B4DF-7A9B8C6C9F45}" dt="2025-11-10T04:18:56.113" v="1460" actId="1440"/>
          <ac:picMkLst>
            <pc:docMk/>
            <pc:sldMk cId="2603536670" sldId="275"/>
            <ac:picMk id="4" creationId="{E1DBD050-86A7-12B7-947B-5EFA8BFFE8B5}"/>
          </ac:picMkLst>
        </pc:picChg>
        <pc:picChg chg="add mod">
          <ac:chgData name="Hà Tiến Đạt" userId="2c270499-d7a4-441a-931b-11c3708e529e" providerId="ADAL" clId="{1F2FD4F7-5D99-4895-B4DF-7A9B8C6C9F45}" dt="2025-11-10T10:39:36.289" v="1508" actId="1440"/>
          <ac:picMkLst>
            <pc:docMk/>
            <pc:sldMk cId="2603536670" sldId="275"/>
            <ac:picMk id="5" creationId="{C04C8D93-4E34-85D6-DBFB-94E88A1040DF}"/>
          </ac:picMkLst>
        </pc:picChg>
        <pc:cxnChg chg="add mod">
          <ac:chgData name="Hà Tiến Đạt" userId="2c270499-d7a4-441a-931b-11c3708e529e" providerId="ADAL" clId="{1F2FD4F7-5D99-4895-B4DF-7A9B8C6C9F45}" dt="2025-11-08T10:08:11.352" v="637" actId="14100"/>
          <ac:cxnSpMkLst>
            <pc:docMk/>
            <pc:sldMk cId="2603536670" sldId="275"/>
            <ac:cxnSpMk id="7" creationId="{D90CEA95-30C0-748A-DDEE-E66F90559A0D}"/>
          </ac:cxnSpMkLst>
        </pc:cxnChg>
        <pc:cxnChg chg="add mod">
          <ac:chgData name="Hà Tiến Đạt" userId="2c270499-d7a4-441a-931b-11c3708e529e" providerId="ADAL" clId="{1F2FD4F7-5D99-4895-B4DF-7A9B8C6C9F45}" dt="2025-11-08T05:19:28.917" v="494" actId="1076"/>
          <ac:cxnSpMkLst>
            <pc:docMk/>
            <pc:sldMk cId="2603536670" sldId="275"/>
            <ac:cxnSpMk id="8" creationId="{26290025-1014-901B-7233-19FB2E86442A}"/>
          </ac:cxnSpMkLst>
        </pc:cxnChg>
        <pc:cxnChg chg="add mod">
          <ac:chgData name="Hà Tiến Đạt" userId="2c270499-d7a4-441a-931b-11c3708e529e" providerId="ADAL" clId="{1F2FD4F7-5D99-4895-B4DF-7A9B8C6C9F45}" dt="2025-11-08T10:08:15.604" v="638" actId="14100"/>
          <ac:cxnSpMkLst>
            <pc:docMk/>
            <pc:sldMk cId="2603536670" sldId="275"/>
            <ac:cxnSpMk id="11" creationId="{0428FED2-CD1A-2343-5345-A5FB0625B749}"/>
          </ac:cxnSpMkLst>
        </pc:cxnChg>
      </pc:sldChg>
      <pc:sldChg chg="addSp delSp modSp new mod">
        <pc:chgData name="Hà Tiến Đạt" userId="2c270499-d7a4-441a-931b-11c3708e529e" providerId="ADAL" clId="{1F2FD4F7-5D99-4895-B4DF-7A9B8C6C9F45}" dt="2025-11-10T10:39:39.801" v="1509" actId="1440"/>
        <pc:sldMkLst>
          <pc:docMk/>
          <pc:sldMk cId="791555510" sldId="276"/>
        </pc:sldMkLst>
        <pc:spChg chg="add mod">
          <ac:chgData name="Hà Tiến Đạt" userId="2c270499-d7a4-441a-931b-11c3708e529e" providerId="ADAL" clId="{1F2FD4F7-5D99-4895-B4DF-7A9B8C6C9F45}" dt="2025-11-08T09:51:50.363" v="619"/>
          <ac:spMkLst>
            <pc:docMk/>
            <pc:sldMk cId="791555510" sldId="276"/>
            <ac:spMk id="2" creationId="{33647308-DF41-FFD1-9EA1-EE06A7F211EB}"/>
          </ac:spMkLst>
        </pc:spChg>
        <pc:spChg chg="add mod ord">
          <ac:chgData name="Hà Tiến Đạt" userId="2c270499-d7a4-441a-931b-11c3708e529e" providerId="ADAL" clId="{1F2FD4F7-5D99-4895-B4DF-7A9B8C6C9F45}" dt="2025-11-08T09:52:02.831" v="623" actId="255"/>
          <ac:spMkLst>
            <pc:docMk/>
            <pc:sldMk cId="791555510" sldId="276"/>
            <ac:spMk id="4" creationId="{8F90E1F6-865D-68A2-38F0-03BC98419945}"/>
          </ac:spMkLst>
        </pc:spChg>
        <pc:spChg chg="add mod">
          <ac:chgData name="Hà Tiến Đạt" userId="2c270499-d7a4-441a-931b-11c3708e529e" providerId="ADAL" clId="{1F2FD4F7-5D99-4895-B4DF-7A9B8C6C9F45}" dt="2025-11-07T14:00:43.814" v="449"/>
          <ac:spMkLst>
            <pc:docMk/>
            <pc:sldMk cId="791555510" sldId="276"/>
            <ac:spMk id="8" creationId="{D1E22F08-29F1-7267-1023-18506096EBFA}"/>
          </ac:spMkLst>
        </pc:spChg>
        <pc:spChg chg="add mod">
          <ac:chgData name="Hà Tiến Đạt" userId="2c270499-d7a4-441a-931b-11c3708e529e" providerId="ADAL" clId="{1F2FD4F7-5D99-4895-B4DF-7A9B8C6C9F45}" dt="2025-11-08T10:10:13.087" v="723" actId="1076"/>
          <ac:spMkLst>
            <pc:docMk/>
            <pc:sldMk cId="791555510" sldId="276"/>
            <ac:spMk id="12" creationId="{48DA3267-E0AB-93C1-E705-DE63898A26CF}"/>
          </ac:spMkLst>
        </pc:spChg>
        <pc:spChg chg="add mod">
          <ac:chgData name="Hà Tiến Đạt" userId="2c270499-d7a4-441a-931b-11c3708e529e" providerId="ADAL" clId="{1F2FD4F7-5D99-4895-B4DF-7A9B8C6C9F45}" dt="2025-11-08T10:10:31.015" v="728" actId="1076"/>
          <ac:spMkLst>
            <pc:docMk/>
            <pc:sldMk cId="791555510" sldId="276"/>
            <ac:spMk id="13" creationId="{CDBB3AA3-8340-71E3-8D70-0B8BCEEB643E}"/>
          </ac:spMkLst>
        </pc:spChg>
        <pc:spChg chg="add mod">
          <ac:chgData name="Hà Tiến Đạt" userId="2c270499-d7a4-441a-931b-11c3708e529e" providerId="ADAL" clId="{1F2FD4F7-5D99-4895-B4DF-7A9B8C6C9F45}" dt="2025-11-08T10:10:51.779" v="736" actId="14100"/>
          <ac:spMkLst>
            <pc:docMk/>
            <pc:sldMk cId="791555510" sldId="276"/>
            <ac:spMk id="16" creationId="{75E0931D-B1D1-26B1-995C-7C61D0F7E931}"/>
          </ac:spMkLst>
        </pc:spChg>
        <pc:spChg chg="add mod">
          <ac:chgData name="Hà Tiến Đạt" userId="2c270499-d7a4-441a-931b-11c3708e529e" providerId="ADAL" clId="{1F2FD4F7-5D99-4895-B4DF-7A9B8C6C9F45}" dt="2025-11-08T10:11:04.708" v="739" actId="14100"/>
          <ac:spMkLst>
            <pc:docMk/>
            <pc:sldMk cId="791555510" sldId="276"/>
            <ac:spMk id="17" creationId="{E1891E2C-390A-52A3-5E34-4AE9B5558FBA}"/>
          </ac:spMkLst>
        </pc:spChg>
        <pc:picChg chg="add mod">
          <ac:chgData name="Hà Tiến Đạt" userId="2c270499-d7a4-441a-931b-11c3708e529e" providerId="ADAL" clId="{1F2FD4F7-5D99-4895-B4DF-7A9B8C6C9F45}" dt="2025-11-10T04:18:50.429" v="1459" actId="1440"/>
          <ac:picMkLst>
            <pc:docMk/>
            <pc:sldMk cId="791555510" sldId="276"/>
            <ac:picMk id="5" creationId="{F4492299-828F-8621-8D32-5F4B9B42A8F8}"/>
          </ac:picMkLst>
        </pc:picChg>
        <pc:picChg chg="add mod">
          <ac:chgData name="Hà Tiến Đạt" userId="2c270499-d7a4-441a-931b-11c3708e529e" providerId="ADAL" clId="{1F2FD4F7-5D99-4895-B4DF-7A9B8C6C9F45}" dt="2025-11-10T10:39:39.801" v="1509" actId="1440"/>
          <ac:picMkLst>
            <pc:docMk/>
            <pc:sldMk cId="791555510" sldId="276"/>
            <ac:picMk id="7" creationId="{948D57EA-5904-3D1C-FDDA-2BEF56957445}"/>
          </ac:picMkLst>
        </pc:picChg>
        <pc:cxnChg chg="add mod">
          <ac:chgData name="Hà Tiến Đạt" userId="2c270499-d7a4-441a-931b-11c3708e529e" providerId="ADAL" clId="{1F2FD4F7-5D99-4895-B4DF-7A9B8C6C9F45}" dt="2025-11-08T10:09:50.331" v="718" actId="1076"/>
          <ac:cxnSpMkLst>
            <pc:docMk/>
            <pc:sldMk cId="791555510" sldId="276"/>
            <ac:cxnSpMk id="9" creationId="{4360DA7D-D3B6-7C52-819E-D7ACDAFD5210}"/>
          </ac:cxnSpMkLst>
        </pc:cxnChg>
        <pc:cxnChg chg="add mod">
          <ac:chgData name="Hà Tiến Đạt" userId="2c270499-d7a4-441a-931b-11c3708e529e" providerId="ADAL" clId="{1F2FD4F7-5D99-4895-B4DF-7A9B8C6C9F45}" dt="2025-11-08T10:10:06.955" v="721" actId="14100"/>
          <ac:cxnSpMkLst>
            <pc:docMk/>
            <pc:sldMk cId="791555510" sldId="276"/>
            <ac:cxnSpMk id="10" creationId="{90D4FC84-85EC-109D-3321-C6B3C6C2DAE8}"/>
          </ac:cxnSpMkLst>
        </pc:cxnChg>
        <pc:cxnChg chg="add mod">
          <ac:chgData name="Hà Tiến Đạt" userId="2c270499-d7a4-441a-931b-11c3708e529e" providerId="ADAL" clId="{1F2FD4F7-5D99-4895-B4DF-7A9B8C6C9F45}" dt="2025-11-08T10:10:28.037" v="727" actId="14100"/>
          <ac:cxnSpMkLst>
            <pc:docMk/>
            <pc:sldMk cId="791555510" sldId="276"/>
            <ac:cxnSpMk id="14" creationId="{8EAEBCB8-4F23-99DF-F7AA-F78A0462DBB5}"/>
          </ac:cxnSpMkLst>
        </pc:cxnChg>
      </pc:sldChg>
      <pc:sldChg chg="addSp delSp modSp new mod">
        <pc:chgData name="Hà Tiến Đạt" userId="2c270499-d7a4-441a-931b-11c3708e529e" providerId="ADAL" clId="{1F2FD4F7-5D99-4895-B4DF-7A9B8C6C9F45}" dt="2025-11-10T04:18:31.800" v="1457" actId="1440"/>
        <pc:sldMkLst>
          <pc:docMk/>
          <pc:sldMk cId="301889412" sldId="277"/>
        </pc:sldMkLst>
        <pc:spChg chg="add mod">
          <ac:chgData name="Hà Tiến Đạt" userId="2c270499-d7a4-441a-931b-11c3708e529e" providerId="ADAL" clId="{1F2FD4F7-5D99-4895-B4DF-7A9B8C6C9F45}" dt="2025-11-08T10:04:42.402" v="624"/>
          <ac:spMkLst>
            <pc:docMk/>
            <pc:sldMk cId="301889412" sldId="277"/>
            <ac:spMk id="2" creationId="{88CE6B41-61FF-DFB6-23DE-20807F77DF18}"/>
          </ac:spMkLst>
        </pc:spChg>
        <pc:spChg chg="add mod ord">
          <ac:chgData name="Hà Tiến Đạt" userId="2c270499-d7a4-441a-931b-11c3708e529e" providerId="ADAL" clId="{1F2FD4F7-5D99-4895-B4DF-7A9B8C6C9F45}" dt="2025-11-08T10:04:59.362" v="628" actId="1076"/>
          <ac:spMkLst>
            <pc:docMk/>
            <pc:sldMk cId="301889412" sldId="277"/>
            <ac:spMk id="4" creationId="{5573E17F-CC1F-E7AF-43EB-E2C03C7FBF68}"/>
          </ac:spMkLst>
        </pc:spChg>
        <pc:spChg chg="add mod">
          <ac:chgData name="Hà Tiến Đạt" userId="2c270499-d7a4-441a-931b-11c3708e529e" providerId="ADAL" clId="{1F2FD4F7-5D99-4895-B4DF-7A9B8C6C9F45}" dt="2025-11-08T10:20:51.996" v="837" actId="14100"/>
          <ac:spMkLst>
            <pc:docMk/>
            <pc:sldMk cId="301889412" sldId="277"/>
            <ac:spMk id="7" creationId="{C08AF2FC-A3AE-07EC-FC44-8AEE7410CAC6}"/>
          </ac:spMkLst>
        </pc:spChg>
        <pc:spChg chg="add mod">
          <ac:chgData name="Hà Tiến Đạt" userId="2c270499-d7a4-441a-931b-11c3708e529e" providerId="ADAL" clId="{1F2FD4F7-5D99-4895-B4DF-7A9B8C6C9F45}" dt="2025-11-08T10:21:43.205" v="850" actId="14100"/>
          <ac:spMkLst>
            <pc:docMk/>
            <pc:sldMk cId="301889412" sldId="277"/>
            <ac:spMk id="10" creationId="{DB0CB9A9-6E0A-081C-BD12-7CEB1490F6BD}"/>
          </ac:spMkLst>
        </pc:spChg>
        <pc:spChg chg="add mod">
          <ac:chgData name="Hà Tiến Đạt" userId="2c270499-d7a4-441a-931b-11c3708e529e" providerId="ADAL" clId="{1F2FD4F7-5D99-4895-B4DF-7A9B8C6C9F45}" dt="2025-11-08T10:36:15.610" v="1031" actId="1076"/>
          <ac:spMkLst>
            <pc:docMk/>
            <pc:sldMk cId="301889412" sldId="277"/>
            <ac:spMk id="11" creationId="{F54C65D1-5C9E-02F3-FD95-A6F904743EFF}"/>
          </ac:spMkLst>
        </pc:spChg>
        <pc:spChg chg="add mod">
          <ac:chgData name="Hà Tiến Đạt" userId="2c270499-d7a4-441a-931b-11c3708e529e" providerId="ADAL" clId="{1F2FD4F7-5D99-4895-B4DF-7A9B8C6C9F45}" dt="2025-11-08T10:21:53.477" v="853" actId="14100"/>
          <ac:spMkLst>
            <pc:docMk/>
            <pc:sldMk cId="301889412" sldId="277"/>
            <ac:spMk id="14" creationId="{580DDAE0-D2BC-F0CB-4F4A-680BAED3975A}"/>
          </ac:spMkLst>
        </pc:spChg>
        <pc:spChg chg="add mod">
          <ac:chgData name="Hà Tiến Đạt" userId="2c270499-d7a4-441a-931b-11c3708e529e" providerId="ADAL" clId="{1F2FD4F7-5D99-4895-B4DF-7A9B8C6C9F45}" dt="2025-11-08T10:22:01.928" v="855" actId="1076"/>
          <ac:spMkLst>
            <pc:docMk/>
            <pc:sldMk cId="301889412" sldId="277"/>
            <ac:spMk id="15" creationId="{CABEDB80-36E2-5349-2C8F-A177FFA4723A}"/>
          </ac:spMkLst>
        </pc:spChg>
        <pc:picChg chg="add mod">
          <ac:chgData name="Hà Tiến Đạt" userId="2c270499-d7a4-441a-931b-11c3708e529e" providerId="ADAL" clId="{1F2FD4F7-5D99-4895-B4DF-7A9B8C6C9F45}" dt="2025-11-10T04:18:25.521" v="1456" actId="1440"/>
          <ac:picMkLst>
            <pc:docMk/>
            <pc:sldMk cId="301889412" sldId="277"/>
            <ac:picMk id="3" creationId="{BBE66B24-927C-E913-85BD-FBF17E8E556D}"/>
          </ac:picMkLst>
        </pc:picChg>
        <pc:picChg chg="add mod">
          <ac:chgData name="Hà Tiến Đạt" userId="2c270499-d7a4-441a-931b-11c3708e529e" providerId="ADAL" clId="{1F2FD4F7-5D99-4895-B4DF-7A9B8C6C9F45}" dt="2025-11-10T04:18:31.800" v="1457" actId="1440"/>
          <ac:picMkLst>
            <pc:docMk/>
            <pc:sldMk cId="301889412" sldId="277"/>
            <ac:picMk id="6" creationId="{F7ECB10D-1083-5B86-AF96-9D7FFA98AE5D}"/>
          </ac:picMkLst>
        </pc:picChg>
        <pc:cxnChg chg="add mod">
          <ac:chgData name="Hà Tiến Đạt" userId="2c270499-d7a4-441a-931b-11c3708e529e" providerId="ADAL" clId="{1F2FD4F7-5D99-4895-B4DF-7A9B8C6C9F45}" dt="2025-11-08T10:20:59.539" v="840" actId="14100"/>
          <ac:cxnSpMkLst>
            <pc:docMk/>
            <pc:sldMk cId="301889412" sldId="277"/>
            <ac:cxnSpMk id="8" creationId="{CB613435-33BB-8570-CF4E-AC6946442B89}"/>
          </ac:cxnSpMkLst>
        </pc:cxnChg>
        <pc:cxnChg chg="add mod">
          <ac:chgData name="Hà Tiến Đạt" userId="2c270499-d7a4-441a-931b-11c3708e529e" providerId="ADAL" clId="{1F2FD4F7-5D99-4895-B4DF-7A9B8C6C9F45}" dt="2025-11-08T10:21:26.453" v="846" actId="1076"/>
          <ac:cxnSpMkLst>
            <pc:docMk/>
            <pc:sldMk cId="301889412" sldId="277"/>
            <ac:cxnSpMk id="12" creationId="{FA5AF749-2FC7-7E54-76FB-66A991B35358}"/>
          </ac:cxnSpMkLst>
        </pc:cxnChg>
        <pc:cxnChg chg="add mod">
          <ac:chgData name="Hà Tiến Đạt" userId="2c270499-d7a4-441a-931b-11c3708e529e" providerId="ADAL" clId="{1F2FD4F7-5D99-4895-B4DF-7A9B8C6C9F45}" dt="2025-11-08T10:21:37.253" v="849" actId="1076"/>
          <ac:cxnSpMkLst>
            <pc:docMk/>
            <pc:sldMk cId="301889412" sldId="277"/>
            <ac:cxnSpMk id="13" creationId="{BE6EB26D-BC96-1409-CC6C-172B94974533}"/>
          </ac:cxnSpMkLst>
        </pc:cxnChg>
      </pc:sldChg>
      <pc:sldChg chg="addSp modSp add mod">
        <pc:chgData name="Hà Tiến Đạt" userId="2c270499-d7a4-441a-931b-11c3708e529e" providerId="ADAL" clId="{1F2FD4F7-5D99-4895-B4DF-7A9B8C6C9F45}" dt="2025-11-10T04:18:18.391" v="1455" actId="1440"/>
        <pc:sldMkLst>
          <pc:docMk/>
          <pc:sldMk cId="255448687" sldId="279"/>
        </pc:sldMkLst>
        <pc:spChg chg="mod">
          <ac:chgData name="Hà Tiến Đạt" userId="2c270499-d7a4-441a-931b-11c3708e529e" providerId="ADAL" clId="{1F2FD4F7-5D99-4895-B4DF-7A9B8C6C9F45}" dt="2025-11-08T10:17:14.024" v="794" actId="27636"/>
          <ac:spMkLst>
            <pc:docMk/>
            <pc:sldMk cId="255448687" sldId="279"/>
            <ac:spMk id="4" creationId="{30667667-7CA8-1DBB-7F72-5EB7BF4DC5FE}"/>
          </ac:spMkLst>
        </pc:spChg>
        <pc:picChg chg="add mod">
          <ac:chgData name="Hà Tiến Đạt" userId="2c270499-d7a4-441a-931b-11c3708e529e" providerId="ADAL" clId="{1F2FD4F7-5D99-4895-B4DF-7A9B8C6C9F45}" dt="2025-11-10T04:18:18.391" v="1455" actId="1440"/>
          <ac:picMkLst>
            <pc:docMk/>
            <pc:sldMk cId="255448687" sldId="279"/>
            <ac:picMk id="3" creationId="{30704ECA-9A47-B404-5452-877181E6C01F}"/>
          </ac:picMkLst>
        </pc:picChg>
      </pc:sldChg>
      <pc:sldChg chg="addSp delSp modSp add mod ord">
        <pc:chgData name="Hà Tiến Đạt" userId="2c270499-d7a4-441a-931b-11c3708e529e" providerId="ADAL" clId="{1F2FD4F7-5D99-4895-B4DF-7A9B8C6C9F45}" dt="2025-11-08T10:18:14.499" v="814" actId="1076"/>
        <pc:sldMkLst>
          <pc:docMk/>
          <pc:sldMk cId="670152964" sldId="281"/>
        </pc:sldMkLst>
        <pc:spChg chg="mod">
          <ac:chgData name="Hà Tiến Đạt" userId="2c270499-d7a4-441a-931b-11c3708e529e" providerId="ADAL" clId="{1F2FD4F7-5D99-4895-B4DF-7A9B8C6C9F45}" dt="2025-11-08T10:18:14.499" v="814" actId="1076"/>
          <ac:spMkLst>
            <pc:docMk/>
            <pc:sldMk cId="670152964" sldId="281"/>
            <ac:spMk id="2" creationId="{B25E6D21-3A77-AE5C-3043-45B7FB46542D}"/>
          </ac:spMkLst>
        </pc:spChg>
        <pc:spChg chg="mod">
          <ac:chgData name="Hà Tiến Đạt" userId="2c270499-d7a4-441a-931b-11c3708e529e" providerId="ADAL" clId="{1F2FD4F7-5D99-4895-B4DF-7A9B8C6C9F45}" dt="2025-11-08T10:17:52.285" v="803" actId="1076"/>
          <ac:spMkLst>
            <pc:docMk/>
            <pc:sldMk cId="670152964" sldId="281"/>
            <ac:spMk id="4" creationId="{042A3E63-4A01-CC34-901C-60B11CDC2FDD}"/>
          </ac:spMkLst>
        </pc:spChg>
      </pc:sldChg>
      <pc:sldChg chg="addSp delSp modSp add mod">
        <pc:chgData name="Hà Tiến Đạt" userId="2c270499-d7a4-441a-931b-11c3708e529e" providerId="ADAL" clId="{1F2FD4F7-5D99-4895-B4DF-7A9B8C6C9F45}" dt="2025-11-10T10:39:47.557" v="1510" actId="1440"/>
        <pc:sldMkLst>
          <pc:docMk/>
          <pc:sldMk cId="1590843476" sldId="282"/>
        </pc:sldMkLst>
        <pc:spChg chg="add mod">
          <ac:chgData name="Hà Tiến Đạt" userId="2c270499-d7a4-441a-931b-11c3708e529e" providerId="ADAL" clId="{1F2FD4F7-5D99-4895-B4DF-7A9B8C6C9F45}" dt="2025-11-08T10:39:19.394" v="1118" actId="1076"/>
          <ac:spMkLst>
            <pc:docMk/>
            <pc:sldMk cId="1590843476" sldId="282"/>
            <ac:spMk id="3" creationId="{E2AE0DF5-5A90-72FB-5E55-ABADE4B493E1}"/>
          </ac:spMkLst>
        </pc:spChg>
        <pc:spChg chg="mod">
          <ac:chgData name="Hà Tiến Đạt" userId="2c270499-d7a4-441a-931b-11c3708e529e" providerId="ADAL" clId="{1F2FD4F7-5D99-4895-B4DF-7A9B8C6C9F45}" dt="2025-11-08T10:27:15.602" v="968" actId="2711"/>
          <ac:spMkLst>
            <pc:docMk/>
            <pc:sldMk cId="1590843476" sldId="282"/>
            <ac:spMk id="4" creationId="{4CD16227-92C4-8E3F-7755-108681742C9B}"/>
          </ac:spMkLst>
        </pc:spChg>
        <pc:spChg chg="add mod">
          <ac:chgData name="Hà Tiến Đạt" userId="2c270499-d7a4-441a-931b-11c3708e529e" providerId="ADAL" clId="{1F2FD4F7-5D99-4895-B4DF-7A9B8C6C9F45}" dt="2025-11-08T10:38:41.035" v="1104" actId="1076"/>
          <ac:spMkLst>
            <pc:docMk/>
            <pc:sldMk cId="1590843476" sldId="282"/>
            <ac:spMk id="6" creationId="{6E150FEC-F9D8-DE52-4395-ABEEA92A61C8}"/>
          </ac:spMkLst>
        </pc:spChg>
        <pc:spChg chg="add mod">
          <ac:chgData name="Hà Tiến Đạt" userId="2c270499-d7a4-441a-931b-11c3708e529e" providerId="ADAL" clId="{1F2FD4F7-5D99-4895-B4DF-7A9B8C6C9F45}" dt="2025-11-08T10:39:15.445" v="1116" actId="1076"/>
          <ac:spMkLst>
            <pc:docMk/>
            <pc:sldMk cId="1590843476" sldId="282"/>
            <ac:spMk id="7" creationId="{CAC5136D-9F65-E6F1-6410-8FC73E9D6831}"/>
          </ac:spMkLst>
        </pc:spChg>
        <pc:spChg chg="add mod">
          <ac:chgData name="Hà Tiến Đạt" userId="2c270499-d7a4-441a-931b-11c3708e529e" providerId="ADAL" clId="{1F2FD4F7-5D99-4895-B4DF-7A9B8C6C9F45}" dt="2025-11-08T10:39:24.780" v="1120" actId="1076"/>
          <ac:spMkLst>
            <pc:docMk/>
            <pc:sldMk cId="1590843476" sldId="282"/>
            <ac:spMk id="10" creationId="{ACBE2AC0-413A-E199-C40A-6489BBD9EDB8}"/>
          </ac:spMkLst>
        </pc:spChg>
        <pc:spChg chg="add mod">
          <ac:chgData name="Hà Tiến Đạt" userId="2c270499-d7a4-441a-931b-11c3708e529e" providerId="ADAL" clId="{1F2FD4F7-5D99-4895-B4DF-7A9B8C6C9F45}" dt="2025-11-08T10:39:42.556" v="1137" actId="20577"/>
          <ac:spMkLst>
            <pc:docMk/>
            <pc:sldMk cId="1590843476" sldId="282"/>
            <ac:spMk id="11" creationId="{9F5DE71B-963D-8F81-F1C5-1196A962DD54}"/>
          </ac:spMkLst>
        </pc:spChg>
        <pc:picChg chg="add mod">
          <ac:chgData name="Hà Tiến Đạt" userId="2c270499-d7a4-441a-931b-11c3708e529e" providerId="ADAL" clId="{1F2FD4F7-5D99-4895-B4DF-7A9B8C6C9F45}" dt="2025-11-10T10:39:47.557" v="1510" actId="1440"/>
          <ac:picMkLst>
            <pc:docMk/>
            <pc:sldMk cId="1590843476" sldId="282"/>
            <ac:picMk id="5" creationId="{B4BD45E9-0DED-4BB6-A46B-A735444CB1A2}"/>
          </ac:picMkLst>
        </pc:picChg>
        <pc:cxnChg chg="add mod">
          <ac:chgData name="Hà Tiến Đạt" userId="2c270499-d7a4-441a-931b-11c3708e529e" providerId="ADAL" clId="{1F2FD4F7-5D99-4895-B4DF-7A9B8C6C9F45}" dt="2025-11-08T10:39:21.522" v="1119" actId="1076"/>
          <ac:cxnSpMkLst>
            <pc:docMk/>
            <pc:sldMk cId="1590843476" sldId="282"/>
            <ac:cxnSpMk id="8" creationId="{B5D785AA-B250-1F33-AB4B-A94070533560}"/>
          </ac:cxnSpMkLst>
        </pc:cxnChg>
        <pc:cxnChg chg="add mod">
          <ac:chgData name="Hà Tiến Đạt" userId="2c270499-d7a4-441a-931b-11c3708e529e" providerId="ADAL" clId="{1F2FD4F7-5D99-4895-B4DF-7A9B8C6C9F45}" dt="2025-11-08T10:39:31.125" v="1123" actId="1076"/>
          <ac:cxnSpMkLst>
            <pc:docMk/>
            <pc:sldMk cId="1590843476" sldId="282"/>
            <ac:cxnSpMk id="12" creationId="{E03A6C5C-B6CE-0E0C-3772-6820B5468DF9}"/>
          </ac:cxnSpMkLst>
        </pc:cxnChg>
      </pc:sldChg>
      <pc:sldChg chg="addSp delSp modSp add mod">
        <pc:chgData name="Hà Tiến Đạt" userId="2c270499-d7a4-441a-931b-11c3708e529e" providerId="ADAL" clId="{1F2FD4F7-5D99-4895-B4DF-7A9B8C6C9F45}" dt="2025-11-10T04:18:40.405" v="1458" actId="1440"/>
        <pc:sldMkLst>
          <pc:docMk/>
          <pc:sldMk cId="2249603042" sldId="283"/>
        </pc:sldMkLst>
        <pc:spChg chg="add mod">
          <ac:chgData name="Hà Tiến Đạt" userId="2c270499-d7a4-441a-931b-11c3708e529e" providerId="ADAL" clId="{1F2FD4F7-5D99-4895-B4DF-7A9B8C6C9F45}" dt="2025-11-08T10:51:14.543" v="1205" actId="1076"/>
          <ac:spMkLst>
            <pc:docMk/>
            <pc:sldMk cId="2249603042" sldId="283"/>
            <ac:spMk id="9" creationId="{B6220D54-7904-279F-AB58-51CC465B6477}"/>
          </ac:spMkLst>
        </pc:spChg>
        <pc:spChg chg="add mod">
          <ac:chgData name="Hà Tiến Đạt" userId="2c270499-d7a4-441a-931b-11c3708e529e" providerId="ADAL" clId="{1F2FD4F7-5D99-4895-B4DF-7A9B8C6C9F45}" dt="2025-11-08T10:51:19.211" v="1212" actId="20577"/>
          <ac:spMkLst>
            <pc:docMk/>
            <pc:sldMk cId="2249603042" sldId="283"/>
            <ac:spMk id="13" creationId="{AE5D1EDF-2210-8CCD-09A4-31948F2736C9}"/>
          </ac:spMkLst>
        </pc:spChg>
        <pc:spChg chg="add mod">
          <ac:chgData name="Hà Tiến Đạt" userId="2c270499-d7a4-441a-931b-11c3708e529e" providerId="ADAL" clId="{1F2FD4F7-5D99-4895-B4DF-7A9B8C6C9F45}" dt="2025-11-08T10:51:24.112" v="1223" actId="20577"/>
          <ac:spMkLst>
            <pc:docMk/>
            <pc:sldMk cId="2249603042" sldId="283"/>
            <ac:spMk id="14" creationId="{F4217983-8541-BC53-7957-F0AFB085267C}"/>
          </ac:spMkLst>
        </pc:spChg>
        <pc:spChg chg="add mod">
          <ac:chgData name="Hà Tiến Đạt" userId="2c270499-d7a4-441a-931b-11c3708e529e" providerId="ADAL" clId="{1F2FD4F7-5D99-4895-B4DF-7A9B8C6C9F45}" dt="2025-11-08T10:51:27.090" v="1226" actId="20577"/>
          <ac:spMkLst>
            <pc:docMk/>
            <pc:sldMk cId="2249603042" sldId="283"/>
            <ac:spMk id="15" creationId="{D0FAF355-BB8C-D976-0EE4-97B7CDC486AD}"/>
          </ac:spMkLst>
        </pc:spChg>
        <pc:picChg chg="add mod">
          <ac:chgData name="Hà Tiến Đạt" userId="2c270499-d7a4-441a-931b-11c3708e529e" providerId="ADAL" clId="{1F2FD4F7-5D99-4895-B4DF-7A9B8C6C9F45}" dt="2025-11-10T04:18:40.405" v="1458" actId="1440"/>
          <ac:picMkLst>
            <pc:docMk/>
            <pc:sldMk cId="2249603042" sldId="283"/>
            <ac:picMk id="16" creationId="{828E64E8-D65A-4683-8A95-FE7EBF6A9067}"/>
          </ac:picMkLst>
        </pc:picChg>
      </pc:sldChg>
      <pc:sldChg chg="addSp delSp modSp add mod">
        <pc:chgData name="Hà Tiến Đạt" userId="2c270499-d7a4-441a-931b-11c3708e529e" providerId="ADAL" clId="{1F2FD4F7-5D99-4895-B4DF-7A9B8C6C9F45}" dt="2025-11-08T11:02:20.332" v="1454" actId="113"/>
        <pc:sldMkLst>
          <pc:docMk/>
          <pc:sldMk cId="265112906" sldId="284"/>
        </pc:sldMkLst>
        <pc:spChg chg="add mod">
          <ac:chgData name="Hà Tiến Đạt" userId="2c270499-d7a4-441a-931b-11c3708e529e" providerId="ADAL" clId="{1F2FD4F7-5D99-4895-B4DF-7A9B8C6C9F45}" dt="2025-11-08T11:00:38.630" v="1448" actId="1076"/>
          <ac:spMkLst>
            <pc:docMk/>
            <pc:sldMk cId="265112906" sldId="284"/>
            <ac:spMk id="3" creationId="{72A7F6EE-71E0-0792-9D25-3EB186C7037B}"/>
          </ac:spMkLst>
        </pc:spChg>
        <pc:spChg chg="add mod">
          <ac:chgData name="Hà Tiến Đạt" userId="2c270499-d7a4-441a-931b-11c3708e529e" providerId="ADAL" clId="{1F2FD4F7-5D99-4895-B4DF-7A9B8C6C9F45}" dt="2025-11-08T11:02:20.332" v="1454" actId="113"/>
          <ac:spMkLst>
            <pc:docMk/>
            <pc:sldMk cId="265112906" sldId="284"/>
            <ac:spMk id="7" creationId="{B3A36D6F-4D5B-FFCD-014C-AEC90DCCD2BD}"/>
          </ac:spMkLst>
        </pc:spChg>
      </pc:sldChg>
      <pc:sldChg chg="addSp modSp add mod">
        <pc:chgData name="Hà Tiến Đạt" userId="2c270499-d7a4-441a-931b-11c3708e529e" providerId="ADAL" clId="{1F2FD4F7-5D99-4895-B4DF-7A9B8C6C9F45}" dt="2025-11-10T04:25:57.737" v="1491" actId="179"/>
        <pc:sldMkLst>
          <pc:docMk/>
          <pc:sldMk cId="386185753" sldId="285"/>
        </pc:sldMkLst>
        <pc:spChg chg="add mod">
          <ac:chgData name="Hà Tiến Đạt" userId="2c270499-d7a4-441a-931b-11c3708e529e" providerId="ADAL" clId="{1F2FD4F7-5D99-4895-B4DF-7A9B8C6C9F45}" dt="2025-11-10T04:25:57.737" v="1491" actId="179"/>
          <ac:spMkLst>
            <pc:docMk/>
            <pc:sldMk cId="386185753" sldId="285"/>
            <ac:spMk id="3" creationId="{3DBA78FB-9277-864A-2B3D-EF7A726001A8}"/>
          </ac:spMkLst>
        </pc:spChg>
        <pc:spChg chg="mod">
          <ac:chgData name="Hà Tiến Đạt" userId="2c270499-d7a4-441a-931b-11c3708e529e" providerId="ADAL" clId="{1F2FD4F7-5D99-4895-B4DF-7A9B8C6C9F45}" dt="2025-11-08T10:56:25.551" v="1278" actId="122"/>
          <ac:spMkLst>
            <pc:docMk/>
            <pc:sldMk cId="386185753" sldId="285"/>
            <ac:spMk id="4" creationId="{6BA5C0D0-C39C-F0E4-FB33-E9FBF3B6EFC2}"/>
          </ac:spMkLst>
        </pc:spChg>
      </pc:sldChg>
      <pc:sldChg chg="modSp add mod ord">
        <pc:chgData name="Hà Tiến Đạt" userId="2c270499-d7a4-441a-931b-11c3708e529e" providerId="ADAL" clId="{1F2FD4F7-5D99-4895-B4DF-7A9B8C6C9F45}" dt="2025-11-08T10:57:49.459" v="1367" actId="1076"/>
        <pc:sldMkLst>
          <pc:docMk/>
          <pc:sldMk cId="4276998829" sldId="287"/>
        </pc:sldMkLst>
        <pc:spChg chg="mod">
          <ac:chgData name="Hà Tiến Đạt" userId="2c270499-d7a4-441a-931b-11c3708e529e" providerId="ADAL" clId="{1F2FD4F7-5D99-4895-B4DF-7A9B8C6C9F45}" dt="2025-11-08T10:57:49.459" v="1367" actId="1076"/>
          <ac:spMkLst>
            <pc:docMk/>
            <pc:sldMk cId="4276998829" sldId="287"/>
            <ac:spMk id="2" creationId="{60626998-4F8D-A312-09FA-4552A9EECE7F}"/>
          </ac:spMkLst>
        </pc:spChg>
        <pc:spChg chg="mod">
          <ac:chgData name="Hà Tiến Đạt" userId="2c270499-d7a4-441a-931b-11c3708e529e" providerId="ADAL" clId="{1F2FD4F7-5D99-4895-B4DF-7A9B8C6C9F45}" dt="2025-11-08T10:57:38.592" v="1365" actId="14100"/>
          <ac:spMkLst>
            <pc:docMk/>
            <pc:sldMk cId="4276998829" sldId="287"/>
            <ac:spMk id="4" creationId="{54A25B73-3EFB-D8C4-EFDF-934DD2972358}"/>
          </ac:spMkLst>
        </pc:spChg>
      </pc:sldChg>
      <pc:sldChg chg="modSp mod">
        <pc:chgData name="Hà Tiến Đạt" userId="2c270499-d7a4-441a-931b-11c3708e529e" providerId="ADAL" clId="{1F2FD4F7-5D99-4895-B4DF-7A9B8C6C9F45}" dt="2025-11-10T10:38:52.980" v="1507" actId="20577"/>
        <pc:sldMkLst>
          <pc:docMk/>
          <pc:sldMk cId="577416010" sldId="288"/>
        </pc:sldMkLst>
        <pc:spChg chg="mod">
          <ac:chgData name="Hà Tiến Đạt" userId="2c270499-d7a4-441a-931b-11c3708e529e" providerId="ADAL" clId="{1F2FD4F7-5D99-4895-B4DF-7A9B8C6C9F45}" dt="2025-11-10T10:38:52.980" v="1507" actId="20577"/>
          <ac:spMkLst>
            <pc:docMk/>
            <pc:sldMk cId="577416010" sldId="288"/>
            <ac:spMk id="32" creationId="{F59746B8-BFDC-6153-66D4-D66FC6713681}"/>
          </ac:spMkLst>
        </pc:spChg>
        <pc:spChg chg="mod">
          <ac:chgData name="Hà Tiến Đạt" userId="2c270499-d7a4-441a-931b-11c3708e529e" providerId="ADAL" clId="{1F2FD4F7-5D99-4895-B4DF-7A9B8C6C9F45}" dt="2025-11-10T10:38:48.109" v="1501" actId="20577"/>
          <ac:spMkLst>
            <pc:docMk/>
            <pc:sldMk cId="577416010" sldId="288"/>
            <ac:spMk id="33" creationId="{FA9EB8E8-884A-F6BF-8517-7ADD2C9A01E3}"/>
          </ac:spMkLst>
        </pc:spChg>
      </pc:sldChg>
      <pc:sldChg chg="modSp mod">
        <pc:chgData name="Hà Tiến Đạt" userId="2c270499-d7a4-441a-931b-11c3708e529e" providerId="ADAL" clId="{1F2FD4F7-5D99-4895-B4DF-7A9B8C6C9F45}" dt="2025-11-10T10:38:32.399" v="1493" actId="1076"/>
        <pc:sldMkLst>
          <pc:docMk/>
          <pc:sldMk cId="1350667001" sldId="289"/>
        </pc:sldMkLst>
        <pc:picChg chg="mod">
          <ac:chgData name="Hà Tiến Đạt" userId="2c270499-d7a4-441a-931b-11c3708e529e" providerId="ADAL" clId="{1F2FD4F7-5D99-4895-B4DF-7A9B8C6C9F45}" dt="2025-11-10T10:38:32.399" v="1493" actId="1076"/>
          <ac:picMkLst>
            <pc:docMk/>
            <pc:sldMk cId="1350667001" sldId="289"/>
            <ac:picMk id="11" creationId="{62A08623-7F64-1CE6-3477-8869B189F23C}"/>
          </ac:picMkLst>
        </pc:picChg>
      </pc:sldChg>
    </pc:docChg>
  </pc:docChgLst>
  <pc:docChgLst>
    <pc:chgData name="Nguyễn Quốc Khánh" userId="S::106220255@sv1.dut.udn.vn::a99d8c53-2260-4a43-80de-d6f2bc486cd8" providerId="AD" clId="Web-{1FEE8C4A-34FF-D1B6-5FE7-9FD406C635F0}"/>
    <pc:docChg chg="modSld">
      <pc:chgData name="Nguyễn Quốc Khánh" userId="S::106220255@sv1.dut.udn.vn::a99d8c53-2260-4a43-80de-d6f2bc486cd8" providerId="AD" clId="Web-{1FEE8C4A-34FF-D1B6-5FE7-9FD406C635F0}" dt="2025-11-08T02:05:25.925" v="11" actId="14100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D5DF6-3865-AD90-2F06-AD2F3F621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4FC72-2184-6EA0-A970-0A50FDCC3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29C17-254A-54B9-247F-9363A6ED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1B4DB-30F8-45AF-9FA7-8246EE8BB6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5A031-58C5-7862-0D65-592F8818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9730B-1802-A1E6-D358-A107CEA0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8CE2-A0B2-4436-BDBD-46965BA19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662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0F06C-BACC-2DBF-C437-19A142DED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E96C-520F-0081-607D-9B4A623E4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F5BD7-FEFD-12BD-1304-CF1AC3359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1B4DB-30F8-45AF-9FA7-8246EE8BB6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A577B-9273-D661-23B8-D5E58F6F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622A5-3F9E-1EA9-1C10-D17E02E80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8CE2-A0B2-4436-BDBD-46965BA19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81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29E5-1D90-8F60-685B-8D93D84EB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B557F-BEE4-A198-EAA8-D183AABA8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F5243-A362-1FF7-A7BC-6D53B8557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1B4DB-30F8-45AF-9FA7-8246EE8BB6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1639F-C9CA-B9CE-FB03-0725E6CB5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76318-B426-1F26-ECB9-0122295F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8CE2-A0B2-4436-BDBD-46965BA19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14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61252-06CF-D5A0-1CF5-ACF525941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6A9D0-0442-367E-0A93-73564D1359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47D27-D8F5-9F52-DEA4-B0B547D6C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335D1-BE9E-F68D-8DEB-DF646729D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1B4DB-30F8-45AF-9FA7-8246EE8BB6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09017-533C-AD9F-EF36-40FE6D554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C8D10-289B-6BFF-105D-7A57E6A2F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8CE2-A0B2-4436-BDBD-46965BA19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778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8135F-F9FA-B813-CEB2-4C3692B8C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BB7CF-15C3-E190-2C48-B4FFBA50B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49601-2CAC-41F2-6C36-E91C6ECCD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24926B-D7FE-C4B0-EB0F-40A5ACFB1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F91737-571E-7773-B994-6A32AED351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729F60-6E6B-90A1-722D-544558D39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1B4DB-30F8-45AF-9FA7-8246EE8BB6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9DAFCD-A33D-D9D8-D015-A8EC573A1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6EFD2C-2CA3-5A28-85E1-B07AA3F3B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8CE2-A0B2-4436-BDBD-46965BA19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47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1F975-2A27-EAD8-9C8A-50EA271F6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2C642-936C-58B0-9931-A90D2200A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1B4DB-30F8-45AF-9FA7-8246EE8BB6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7138F8-0DE5-FA40-AE42-F7C372DB8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FAE74-45E3-43AF-C091-3DEBDD798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8CE2-A0B2-4436-BDBD-46965BA19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0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F3409C-1A12-2775-7391-C09A63256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1B4DB-30F8-45AF-9FA7-8246EE8BB6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86A1DC-9BB3-7444-8DB3-5C38DD448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AB3E1-139E-FCB1-99ED-97FA7CB43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8CE2-A0B2-4436-BDBD-46965BA19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923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25533-12A9-0BB9-3F3B-5A138DED9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71454-8250-CE48-0B6B-2FE9501AC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EC34D1-F8C6-C0FE-C0F5-A992F450B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F1760-ABE8-CC10-4B87-8EC4CEBC4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1B4DB-30F8-45AF-9FA7-8246EE8BB6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CC2E4-020F-EEAF-A3BD-15DD66725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97A28-821F-7B96-B08D-91B6DDA0E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8CE2-A0B2-4436-BDBD-46965BA19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1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EFDE7-3D43-ADAF-2E90-CB003359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BCE089-2209-15DA-F94E-2E0BC8FFFE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F6D39A-A881-7DCC-BF2B-C5D965D3F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61DEF-0436-5E32-567E-2E53DA502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1B4DB-30F8-45AF-9FA7-8246EE8BB6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A1973-D880-A1F1-B80F-A3C94FB9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BDBA3-F11C-E62D-4E1B-9075B20C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8CE2-A0B2-4436-BDBD-46965BA19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83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7663B-56BE-4505-A10B-441D3DD8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E307DE-AAD7-F3B6-AE10-BC13B3D91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3D5B2-943F-9389-0F78-28806D155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1B4DB-30F8-45AF-9FA7-8246EE8BB6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700DA-C4FA-9298-5075-08A963174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6BD65-ED18-E5F4-15F2-E5233CC5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8CE2-A0B2-4436-BDBD-46965BA19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30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972866-7433-A5EF-5705-DC092837F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822DFF-7879-E60E-5ADF-8D9D21627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0FBB9-BA86-17D0-03C4-AC24633F7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1B4DB-30F8-45AF-9FA7-8246EE8BB6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B358E-596D-A0CD-84B4-ECF9CBCFD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525D1-0A4A-7D72-F5BA-43AAC6C12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8CE2-A0B2-4436-BDBD-46965BA19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288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C11003-7CA1-B228-EBA8-BA0B85AA9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4FC14-A9A9-4452-9288-C965645B4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5824D-49A5-9AA8-FC4B-82C4D7E00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01B4DB-30F8-45AF-9FA7-8246EE8BB6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32697-9F05-3B55-37A1-A638A2C85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44BA7-AA94-1677-51BE-E9FAE4DEA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538CE2-A0B2-4436-BDBD-46965BA19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83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how-to-manage-state-in-flutter-with-bloc-pattern/?utm_source=chatgpt.com" TargetMode="External"/><Relationship Id="rId2" Type="http://schemas.openxmlformats.org/officeDocument/2006/relationships/hyperlink" Target="https://medium.com/%40jagritgupta222/bloc-flutter-state-management-a-deep-dive-into-events-states-bloc-8d22bfbbdac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.dev/packages/bloc_test" TargetMode="External"/><Relationship Id="rId5" Type="http://schemas.openxmlformats.org/officeDocument/2006/relationships/hyperlink" Target="https://bloclibrary.dev/testing/" TargetMode="External"/><Relationship Id="rId4" Type="http://schemas.openxmlformats.org/officeDocument/2006/relationships/hyperlink" Target="https://www.dhiwise.com/post/flutter-bloc-tutorial-understanding-state-management?utm_source=chatgpt.com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7D8B93-6547-7DDF-24D1-5E959C989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8" y="4525041"/>
            <a:ext cx="12322533" cy="845487"/>
          </a:xfrm>
        </p:spPr>
        <p:txBody>
          <a:bodyPr anchor="b">
            <a:noAutofit/>
          </a:bodyPr>
          <a:lstStyle/>
          <a:p>
            <a:r>
              <a:rPr lang="en-US" sz="5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</a:t>
            </a:r>
            <a:r>
              <a:rPr lang="en-US" sz="5000" b="1">
                <a:latin typeface="Times New Roman" panose="02020603050405020304" pitchFamily="18" charset="0"/>
                <a:cs typeface="Times New Roman" panose="02020603050405020304" pitchFamily="18" charset="0"/>
              </a:rPr>
              <a:t> Pattern - Business Logic Component</a:t>
            </a:r>
            <a:endParaRPr lang="en-US" sz="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DE5B66-6472-A3D2-5DCA-AFFE20100240}"/>
              </a:ext>
            </a:extLst>
          </p:cNvPr>
          <p:cNvSpPr/>
          <p:nvPr/>
        </p:nvSpPr>
        <p:spPr>
          <a:xfrm>
            <a:off x="0" y="-1"/>
            <a:ext cx="12192000" cy="37612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BB1DC9-8DEA-0656-BC38-C627BAB75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4729" y="926242"/>
            <a:ext cx="8362542" cy="2436712"/>
          </a:xfrm>
        </p:spPr>
        <p:txBody>
          <a:bodyPr anchor="t">
            <a:noAutofit/>
          </a:bodyPr>
          <a:lstStyle/>
          <a:p>
            <a:r>
              <a:rPr lang="en-US" sz="8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 TRÌNH </a:t>
            </a:r>
            <a:br>
              <a:rPr lang="en-US" sz="8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 NỀN TẢNG</a:t>
            </a:r>
          </a:p>
        </p:txBody>
      </p:sp>
    </p:spTree>
    <p:extLst>
      <p:ext uri="{BB962C8B-B14F-4D97-AF65-F5344CB8AC3E}">
        <p14:creationId xmlns:p14="http://schemas.microsoft.com/office/powerpoint/2010/main" val="598620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D48D331-0A31-AB1B-45B4-59125E538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224859"/>
              </p:ext>
            </p:extLst>
          </p:nvPr>
        </p:nvGraphicFramePr>
        <p:xfrm>
          <a:off x="411891" y="1276864"/>
          <a:ext cx="11379200" cy="36758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3919">
                  <a:extLst>
                    <a:ext uri="{9D8B030D-6E8A-4147-A177-3AD203B41FA5}">
                      <a16:colId xmlns:a16="http://schemas.microsoft.com/office/drawing/2014/main" val="1421261278"/>
                    </a:ext>
                  </a:extLst>
                </a:gridCol>
                <a:gridCol w="6786355">
                  <a:extLst>
                    <a:ext uri="{9D8B030D-6E8A-4147-A177-3AD203B41FA5}">
                      <a16:colId xmlns:a16="http://schemas.microsoft.com/office/drawing/2014/main" val="3731120662"/>
                    </a:ext>
                  </a:extLst>
                </a:gridCol>
                <a:gridCol w="1368926">
                  <a:extLst>
                    <a:ext uri="{9D8B030D-6E8A-4147-A177-3AD203B41FA5}">
                      <a16:colId xmlns:a16="http://schemas.microsoft.com/office/drawing/2014/main" val="2058887953"/>
                    </a:ext>
                  </a:extLst>
                </a:gridCol>
              </a:tblGrid>
              <a:tr h="66260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 VÀ TÊN</a:t>
                      </a:r>
                      <a:endParaRPr lang="vi-VN" sz="20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NHIỆM VỤ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KHỐI LƯỢNG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379007"/>
                  </a:ext>
                </a:extLst>
              </a:tr>
              <a:tr h="1408016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HÀ TIẾN ĐẠT</a:t>
                      </a:r>
                    </a:p>
                  </a:txBody>
                  <a:tcPr marL="60960" marR="60960" marT="30480" marB="3048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457200" lvl="0" indent="-4572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300" b="0" i="0" u="none" strike="noStrike" noProof="0" err="1">
                          <a:latin typeface="Times New Roman"/>
                          <a:cs typeface="Times New Roman"/>
                        </a:rPr>
                        <a:t>Xử</a:t>
                      </a:r>
                      <a:r>
                        <a:rPr lang="en-US" sz="2300" b="0" i="0" u="none" strike="noStrike" noProof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300" b="0" i="0" u="none" strike="noStrike" noProof="0" err="1">
                          <a:latin typeface="Times New Roman"/>
                          <a:cs typeface="Times New Roman"/>
                        </a:rPr>
                        <a:t>lí</a:t>
                      </a:r>
                      <a:r>
                        <a:rPr lang="en-US" sz="2300" b="0" i="0" u="none" strike="noStrike" noProof="0">
                          <a:latin typeface="Times New Roman"/>
                          <a:cs typeface="Times New Roman"/>
                        </a:rPr>
                        <a:t> event </a:t>
                      </a:r>
                      <a:r>
                        <a:rPr lang="en-US" sz="2300" b="0" i="0" u="none" strike="noStrike" noProof="0" err="1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lang="en-US" sz="2300" b="0" i="0" u="none" strike="noStrike" noProof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300" b="0" i="0" u="none" strike="noStrike" noProof="0" err="1">
                          <a:latin typeface="Times New Roman"/>
                          <a:cs typeface="Times New Roman"/>
                        </a:rPr>
                        <a:t>chuyển</a:t>
                      </a:r>
                      <a:r>
                        <a:rPr lang="en-US" sz="2300" b="0" i="0" u="none" strike="noStrike" noProof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300" b="0" i="0" u="none" strike="noStrike" noProof="0" err="1">
                          <a:latin typeface="Times New Roman"/>
                          <a:cs typeface="Times New Roman"/>
                        </a:rPr>
                        <a:t>đổi</a:t>
                      </a:r>
                      <a:r>
                        <a:rPr lang="en-US" sz="2300" b="0" i="0" u="none" strike="noStrike" noProof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300" b="0" i="0" u="none" strike="noStrike" noProof="0" err="1">
                          <a:latin typeface="Times New Roman"/>
                          <a:cs typeface="Times New Roman"/>
                        </a:rPr>
                        <a:t>trạng</a:t>
                      </a:r>
                      <a:r>
                        <a:rPr lang="en-US" sz="2300" b="0" i="0" u="none" strike="noStrike" noProof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300" b="0" i="0" u="none" strike="noStrike" noProof="0" err="1">
                          <a:latin typeface="Times New Roman"/>
                          <a:cs typeface="Times New Roman"/>
                        </a:rPr>
                        <a:t>thái</a:t>
                      </a:r>
                      <a:r>
                        <a:rPr lang="en-US" sz="2300" b="0" i="0" u="none" strike="noStrike" noProof="0">
                          <a:latin typeface="Times New Roman"/>
                          <a:cs typeface="Times New Roman"/>
                        </a:rPr>
                        <a:t>.</a:t>
                      </a:r>
                    </a:p>
                    <a:p>
                      <a:pPr marL="457200" lvl="0" indent="-4572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300" b="0" i="0" u="none" strike="noStrike" noProof="0" err="1">
                          <a:latin typeface="Times New Roman"/>
                          <a:cs typeface="Times New Roman"/>
                        </a:rPr>
                        <a:t>Kiểm</a:t>
                      </a:r>
                      <a:r>
                        <a:rPr lang="en-US" sz="2300" b="0" i="0" u="none" strike="noStrike" noProof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300" b="0" i="0" u="none" strike="noStrike" noProof="0" err="1">
                          <a:latin typeface="Times New Roman"/>
                          <a:cs typeface="Times New Roman"/>
                        </a:rPr>
                        <a:t>tra</a:t>
                      </a:r>
                      <a:r>
                        <a:rPr lang="en-US" sz="2300" b="0" i="0" u="none" strike="noStrike" noProof="0">
                          <a:latin typeface="Times New Roman"/>
                          <a:cs typeface="Times New Roman"/>
                        </a:rPr>
                        <a:t> Bloc </a:t>
                      </a:r>
                      <a:r>
                        <a:rPr lang="en-US" sz="2300" b="0" i="0" u="none" strike="noStrike" noProof="0" err="1">
                          <a:latin typeface="Times New Roman"/>
                          <a:cs typeface="Times New Roman"/>
                        </a:rPr>
                        <a:t>với</a:t>
                      </a:r>
                      <a:r>
                        <a:rPr lang="en-US" sz="2300" b="0" i="0" u="none" strike="noStrike" noProof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300" b="0" i="0" u="none" strike="noStrike" noProof="0" err="1">
                          <a:latin typeface="Times New Roman"/>
                          <a:cs typeface="Times New Roman"/>
                        </a:rPr>
                        <a:t>bloc_test</a:t>
                      </a:r>
                      <a:r>
                        <a:rPr lang="en-US" sz="2300" b="0" i="0" u="none" strike="noStrike" noProof="0">
                          <a:latin typeface="Times New Roman"/>
                          <a:cs typeface="Times New Roman"/>
                        </a:rPr>
                        <a:t>.</a:t>
                      </a:r>
                    </a:p>
                    <a:p>
                      <a:pPr lvl="0" algn="just">
                        <a:buNone/>
                      </a:pP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50%</a:t>
                      </a:r>
                    </a:p>
                  </a:txBody>
                  <a:tcPr marL="60960" marR="60960" marT="30480" marB="3048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00264183"/>
                  </a:ext>
                </a:extLst>
              </a:tr>
              <a:tr h="159731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NGUYỄN QUỐC KHÁNH</a:t>
                      </a:r>
                      <a:endParaRPr lang="vi-V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23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Tạo</a:t>
                      </a:r>
                      <a:r>
                        <a:rPr lang="en-US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</a:t>
                      </a:r>
                      <a:r>
                        <a:rPr lang="en-US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class </a:t>
                      </a:r>
                      <a:r>
                        <a:rPr lang="en-US" sz="23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với</a:t>
                      </a:r>
                      <a:r>
                        <a:rPr lang="en-US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events </a:t>
                      </a:r>
                      <a:r>
                        <a:rPr lang="en-US" sz="23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states.</a:t>
                      </a:r>
                    </a:p>
                    <a:p>
                      <a:pPr marL="342900" lvl="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23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BlocBuilder</a:t>
                      </a:r>
                      <a:r>
                        <a:rPr lang="en-US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BlocListener</a:t>
                      </a:r>
                      <a:r>
                        <a:rPr lang="en-US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widgets.</a:t>
                      </a:r>
                    </a:p>
                  </a:txBody>
                  <a:tcPr marL="60960" marR="60960" marT="30480" marB="304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50%</a:t>
                      </a:r>
                    </a:p>
                  </a:txBody>
                  <a:tcPr marL="60960" marR="60960" marT="30480" marB="30480"/>
                </a:tc>
                <a:extLst>
                  <a:ext uri="{0D108BD9-81ED-4DB2-BD59-A6C34878D82A}">
                    <a16:rowId xmlns:a16="http://schemas.microsoft.com/office/drawing/2014/main" val="3007732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6857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2AE78B-11A4-89F6-7C16-9B30A691AAB7}"/>
              </a:ext>
            </a:extLst>
          </p:cNvPr>
          <p:cNvSpPr txBox="1"/>
          <p:nvPr/>
        </p:nvSpPr>
        <p:spPr>
          <a:xfrm>
            <a:off x="1018772" y="3294397"/>
            <a:ext cx="9915928" cy="2139047"/>
          </a:xfrm>
          <a:prstGeom prst="rect">
            <a:avLst/>
          </a:prstGeom>
          <a:noFill/>
        </p:spPr>
        <p:txBody>
          <a:bodyPr wrap="square" lIns="60960" tIns="30480" rIns="60960" bIns="3048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2700" err="1">
                <a:latin typeface="Times New Roman"/>
                <a:ea typeface="+mn-lt"/>
                <a:cs typeface="+mn-lt"/>
              </a:rPr>
              <a:t>Là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một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mẫu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kiến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trúc</a:t>
            </a:r>
            <a:r>
              <a:rPr lang="en-US" sz="2700">
                <a:latin typeface="Times New Roman"/>
                <a:ea typeface="+mn-lt"/>
                <a:cs typeface="+mn-lt"/>
              </a:rPr>
              <a:t> (design pattern) </a:t>
            </a:r>
            <a:r>
              <a:rPr lang="en-US" sz="2700" err="1">
                <a:latin typeface="Times New Roman"/>
                <a:ea typeface="+mn-lt"/>
                <a:cs typeface="+mn-lt"/>
              </a:rPr>
              <a:t>trong</a:t>
            </a:r>
            <a:r>
              <a:rPr lang="en-US" sz="2700">
                <a:latin typeface="Times New Roman"/>
                <a:ea typeface="+mn-lt"/>
                <a:cs typeface="+mn-lt"/>
              </a:rPr>
              <a:t> Flutter </a:t>
            </a:r>
            <a:r>
              <a:rPr lang="en-US" sz="2700" err="1">
                <a:latin typeface="Times New Roman"/>
                <a:ea typeface="+mn-lt"/>
                <a:cs typeface="+mn-lt"/>
              </a:rPr>
              <a:t>dùng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để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quản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lý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trạng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thái</a:t>
            </a:r>
            <a:r>
              <a:rPr lang="en-US" sz="2700">
                <a:latin typeface="Times New Roman"/>
                <a:ea typeface="+mn-lt"/>
                <a:cs typeface="+mn-lt"/>
              </a:rPr>
              <a:t> (state management).</a:t>
            </a:r>
            <a:endParaRPr lang="vi-VN">
              <a:latin typeface="Times New Roman"/>
              <a:ea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700" err="1">
                <a:latin typeface="Times New Roman"/>
                <a:ea typeface="+mn-lt"/>
                <a:cs typeface="+mn-lt"/>
              </a:rPr>
              <a:t>Giúp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tách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biệt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giao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diện</a:t>
            </a:r>
            <a:r>
              <a:rPr lang="en-US" sz="2700">
                <a:latin typeface="Times New Roman"/>
                <a:ea typeface="+mn-lt"/>
                <a:cs typeface="+mn-lt"/>
              </a:rPr>
              <a:t> (UI) </a:t>
            </a:r>
            <a:r>
              <a:rPr lang="en-US" sz="2700" err="1">
                <a:latin typeface="Times New Roman"/>
                <a:ea typeface="+mn-lt"/>
                <a:cs typeface="+mn-lt"/>
              </a:rPr>
              <a:t>và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xử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lý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nghiệp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vụ</a:t>
            </a:r>
            <a:r>
              <a:rPr lang="en-US" sz="2700">
                <a:latin typeface="Times New Roman"/>
                <a:ea typeface="+mn-lt"/>
                <a:cs typeface="+mn-lt"/>
              </a:rPr>
              <a:t> (Business Logic).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700" err="1">
                <a:latin typeface="Times New Roman"/>
                <a:ea typeface="+mn-lt"/>
                <a:cs typeface="+mn-lt"/>
              </a:rPr>
              <a:t>Đảm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bảo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mã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nguồn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dễ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bảo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trì</a:t>
            </a:r>
            <a:r>
              <a:rPr lang="en-US" sz="2700">
                <a:latin typeface="Times New Roman"/>
                <a:ea typeface="+mn-lt"/>
                <a:cs typeface="+mn-lt"/>
              </a:rPr>
              <a:t>, </a:t>
            </a:r>
            <a:r>
              <a:rPr lang="en-US" sz="2700" err="1">
                <a:latin typeface="Times New Roman"/>
                <a:ea typeface="+mn-lt"/>
                <a:cs typeface="+mn-lt"/>
              </a:rPr>
              <a:t>dễ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kiểm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thử</a:t>
            </a:r>
            <a:r>
              <a:rPr lang="en-US" sz="2700">
                <a:latin typeface="Times New Roman"/>
                <a:ea typeface="+mn-lt"/>
                <a:cs typeface="+mn-lt"/>
              </a:rPr>
              <a:t> (test), </a:t>
            </a:r>
            <a:r>
              <a:rPr lang="en-US" sz="2700" err="1">
                <a:latin typeface="Times New Roman"/>
                <a:ea typeface="+mn-lt"/>
                <a:cs typeface="+mn-lt"/>
              </a:rPr>
              <a:t>và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tái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sử</a:t>
            </a:r>
            <a:r>
              <a:rPr lang="en-US" sz="2700">
                <a:latin typeface="Times New Roman"/>
                <a:ea typeface="+mn-lt"/>
                <a:cs typeface="+mn-lt"/>
              </a:rPr>
              <a:t> </a:t>
            </a:r>
            <a:r>
              <a:rPr lang="en-US" sz="2700" err="1">
                <a:latin typeface="Times New Roman"/>
                <a:ea typeface="+mn-lt"/>
                <a:cs typeface="+mn-lt"/>
              </a:rPr>
              <a:t>dụng</a:t>
            </a:r>
            <a:r>
              <a:rPr lang="en-US" sz="2700">
                <a:latin typeface="Times New Roman"/>
                <a:ea typeface="+mn-lt"/>
                <a:cs typeface="+mn-lt"/>
              </a:rPr>
              <a:t>.</a:t>
            </a:r>
            <a:endParaRPr lang="en-US">
              <a:latin typeface="Times New Roman"/>
              <a:ea typeface="+mn-lt"/>
              <a:cs typeface="+mn-lt"/>
            </a:endParaRPr>
          </a:p>
          <a:p>
            <a:endParaRPr lang="en-US" sz="2700">
              <a:latin typeface="Times New Roman"/>
              <a:cs typeface="Times New Roman"/>
            </a:endParaRP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93DE2FBE-6A01-4C5E-ECD2-127654FA1D2D}"/>
              </a:ext>
            </a:extLst>
          </p:cNvPr>
          <p:cNvSpPr txBox="1"/>
          <p:nvPr/>
        </p:nvSpPr>
        <p:spPr>
          <a:xfrm>
            <a:off x="1018772" y="2186871"/>
            <a:ext cx="6343373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700">
                <a:latin typeface="Times New Roman"/>
                <a:ea typeface="+mn-lt"/>
                <a:cs typeface="Arial"/>
              </a:rPr>
              <a:t>BLoC Pattern (Business Logic Component)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1F585B-C988-9AF7-4F16-B4411CEEAB9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380D1D-2CC7-20F1-6993-2AED3EC1FE9D}"/>
              </a:ext>
            </a:extLst>
          </p:cNvPr>
          <p:cNvSpPr txBox="1"/>
          <p:nvPr/>
        </p:nvSpPr>
        <p:spPr>
          <a:xfrm>
            <a:off x="0" y="0"/>
            <a:ext cx="9677458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Giới</a:t>
            </a:r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thiệu</a:t>
            </a:r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về</a:t>
            </a:r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BLoC</a:t>
            </a:r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 Pattern </a:t>
            </a:r>
            <a:endParaRPr lang="en-US" sz="45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166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FB683F9-2ABC-7D80-9B06-B4F6966D2AB2}"/>
              </a:ext>
            </a:extLst>
          </p:cNvPr>
          <p:cNvSpPr/>
          <p:nvPr/>
        </p:nvSpPr>
        <p:spPr>
          <a:xfrm>
            <a:off x="595473" y="1393020"/>
            <a:ext cx="4758847" cy="234064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tIns="30480" rIns="60960" bIns="3048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650" b="1">
                <a:latin typeface="Times New Roman"/>
                <a:cs typeface="Times New Roman"/>
              </a:rPr>
              <a:t>EVENT</a:t>
            </a:r>
          </a:p>
          <a:p>
            <a:pPr algn="ctr"/>
            <a:endParaRPr lang="en-US" sz="2333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00" err="1">
                <a:latin typeface="Times New Roman"/>
                <a:cs typeface="Times New Roman"/>
              </a:rPr>
              <a:t>Đại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diện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cho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các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hành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động</a:t>
            </a:r>
            <a:r>
              <a:rPr lang="en-US" sz="2700">
                <a:latin typeface="Times New Roman"/>
                <a:cs typeface="Times New Roman"/>
              </a:rPr>
              <a:t>,</a:t>
            </a:r>
          </a:p>
          <a:p>
            <a:r>
              <a:rPr lang="en-US" sz="2700" err="1">
                <a:latin typeface="Times New Roman"/>
                <a:cs typeface="Times New Roman"/>
              </a:rPr>
              <a:t>tương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tác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hoặc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thay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đổi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dữ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liệu</a:t>
            </a:r>
            <a:endParaRPr lang="en-US" err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679C4A-AF91-EE47-ED2A-D02CC7811857}"/>
              </a:ext>
            </a:extLst>
          </p:cNvPr>
          <p:cNvSpPr/>
          <p:nvPr/>
        </p:nvSpPr>
        <p:spPr>
          <a:xfrm>
            <a:off x="6786481" y="1392882"/>
            <a:ext cx="4788505" cy="23409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tIns="30480" rIns="60960" bIns="3048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650" b="1">
                <a:latin typeface="Times New Roman"/>
                <a:cs typeface="Times New Roman"/>
              </a:rPr>
              <a:t>STATE</a:t>
            </a:r>
            <a:endParaRPr lang="en-US" sz="2650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endParaRPr lang="en-US" sz="2650" b="1">
              <a:latin typeface="Times New Roman"/>
              <a:cs typeface="Times New Roman"/>
            </a:endParaRPr>
          </a:p>
          <a:p>
            <a:r>
              <a:rPr lang="en-US" sz="2700" err="1">
                <a:latin typeface="Times New Roman"/>
                <a:cs typeface="Times New Roman"/>
              </a:rPr>
              <a:t>Biểu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diễn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trạng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thái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hiện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tại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của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giao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diện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tại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một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thời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điểm</a:t>
            </a:r>
            <a:r>
              <a:rPr lang="en-US" sz="270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3D8A31-4F17-4B13-CBE8-92594CB3EB99}"/>
              </a:ext>
            </a:extLst>
          </p:cNvPr>
          <p:cNvSpPr/>
          <p:nvPr/>
        </p:nvSpPr>
        <p:spPr>
          <a:xfrm>
            <a:off x="3478022" y="3977503"/>
            <a:ext cx="5359525" cy="25983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tIns="30480" rIns="60960" bIns="3048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650" b="1">
                <a:latin typeface="Times New Roman"/>
                <a:cs typeface="Times New Roman"/>
              </a:rPr>
              <a:t>BLOC</a:t>
            </a:r>
          </a:p>
          <a:p>
            <a:pPr algn="ctr"/>
            <a:endParaRPr 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00">
                <a:latin typeface="Times New Roman"/>
                <a:cs typeface="Times New Roman"/>
              </a:rPr>
              <a:t>Trung </a:t>
            </a:r>
            <a:r>
              <a:rPr lang="en-US" sz="2700" err="1">
                <a:latin typeface="Times New Roman"/>
                <a:cs typeface="Times New Roman"/>
              </a:rPr>
              <a:t>tâm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xử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lý</a:t>
            </a:r>
            <a:r>
              <a:rPr lang="en-US" sz="2700">
                <a:latin typeface="Times New Roman"/>
                <a:cs typeface="Times New Roman"/>
              </a:rPr>
              <a:t> logic, </a:t>
            </a:r>
            <a:r>
              <a:rPr lang="en-US" sz="2700" err="1">
                <a:latin typeface="Times New Roman"/>
                <a:cs typeface="Times New Roman"/>
              </a:rPr>
              <a:t>nhận</a:t>
            </a:r>
            <a:r>
              <a:rPr lang="en-US" sz="2700">
                <a:latin typeface="Times New Roman"/>
                <a:cs typeface="Times New Roman"/>
              </a:rPr>
              <a:t> event, </a:t>
            </a:r>
            <a:r>
              <a:rPr lang="en-US" sz="2700" err="1">
                <a:latin typeface="Times New Roman"/>
                <a:cs typeface="Times New Roman"/>
              </a:rPr>
              <a:t>xử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lý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và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phát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ra</a:t>
            </a:r>
            <a:r>
              <a:rPr lang="en-US" sz="2700">
                <a:latin typeface="Times New Roman"/>
                <a:cs typeface="Times New Roman"/>
              </a:rPr>
              <a:t> state </a:t>
            </a:r>
            <a:r>
              <a:rPr lang="en-US" sz="2700" err="1">
                <a:latin typeface="Times New Roman"/>
                <a:cs typeface="Times New Roman"/>
              </a:rPr>
              <a:t>tương</a:t>
            </a:r>
            <a:r>
              <a:rPr lang="en-US" sz="2700">
                <a:latin typeface="Times New Roman"/>
                <a:cs typeface="Times New Roman"/>
              </a:rPr>
              <a:t> </a:t>
            </a:r>
            <a:r>
              <a:rPr lang="en-US" sz="2700" err="1">
                <a:latin typeface="Times New Roman"/>
                <a:cs typeface="Times New Roman"/>
              </a:rPr>
              <a:t>ứng</a:t>
            </a:r>
            <a:r>
              <a:rPr lang="en-US" sz="1300">
                <a:latin typeface="Times New Roman"/>
                <a:cs typeface="Times New Roman"/>
              </a:rPr>
              <a:t>.</a:t>
            </a:r>
            <a:endParaRPr lang="en-US" sz="13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0F82D-C2CD-CDA6-BBEE-60C774341520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532E4B-E09F-D4E1-FD16-9554A2DAD7EE}"/>
              </a:ext>
            </a:extLst>
          </p:cNvPr>
          <p:cNvSpPr txBox="1"/>
          <p:nvPr/>
        </p:nvSpPr>
        <p:spPr>
          <a:xfrm>
            <a:off x="-1" y="69443"/>
            <a:ext cx="7795967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Cấu</a:t>
            </a:r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 </a:t>
            </a:r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trúc</a:t>
            </a:r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 </a:t>
            </a:r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tổng</a:t>
            </a:r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 </a:t>
            </a:r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quát</a:t>
            </a:r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 </a:t>
            </a:r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của</a:t>
            </a:r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 </a:t>
            </a:r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BLoC</a:t>
            </a:r>
            <a:endParaRPr lang="vi-VN" sz="45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882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A6715-5FFF-6F5A-B144-57A01ADC4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A0D316-F218-C19F-948E-C5EA4A1FF745}"/>
              </a:ext>
            </a:extLst>
          </p:cNvPr>
          <p:cNvSpPr txBox="1"/>
          <p:nvPr/>
        </p:nvSpPr>
        <p:spPr>
          <a:xfrm>
            <a:off x="5878660" y="1716630"/>
            <a:ext cx="6193751" cy="5278368"/>
          </a:xfrm>
          <a:prstGeom prst="rect">
            <a:avLst/>
          </a:prstGeom>
          <a:noFill/>
        </p:spPr>
        <p:txBody>
          <a:bodyPr wrap="square" lIns="60960" tIns="30480" rIns="60960" bIns="30480" rtlCol="0" anchor="b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700">
              <a:latin typeface="Times New Roman"/>
              <a:cs typeface="Times New Roman"/>
            </a:endParaRPr>
          </a:p>
          <a:p>
            <a:pPr algn="just"/>
            <a:endParaRPr lang="en-US" sz="2700" b="1">
              <a:latin typeface="Times New Roman"/>
              <a:cs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500">
                <a:latin typeface="Times New Roman"/>
                <a:cs typeface="Times New Roman"/>
              </a:rPr>
              <a:t>Khi </a:t>
            </a:r>
            <a:r>
              <a:rPr lang="en-US" sz="2500" err="1">
                <a:latin typeface="Times New Roman"/>
                <a:cs typeface="Times New Roman"/>
              </a:rPr>
              <a:t>người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dùng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tương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tác</a:t>
            </a:r>
            <a:r>
              <a:rPr lang="en-US" sz="2500">
                <a:latin typeface="Times New Roman"/>
                <a:cs typeface="Times New Roman"/>
              </a:rPr>
              <a:t> ,UI </a:t>
            </a:r>
            <a:r>
              <a:rPr lang="en-US" sz="2500" err="1">
                <a:latin typeface="Times New Roman"/>
                <a:cs typeface="Times New Roman"/>
              </a:rPr>
              <a:t>gửi</a:t>
            </a:r>
            <a:r>
              <a:rPr lang="en-US" sz="2500">
                <a:latin typeface="Times New Roman"/>
                <a:cs typeface="Times New Roman"/>
              </a:rPr>
              <a:t> Event</a:t>
            </a:r>
          </a:p>
          <a:p>
            <a:pPr algn="just"/>
            <a:r>
              <a:rPr lang="en-US" sz="2500" err="1">
                <a:latin typeface="Times New Roman"/>
                <a:cs typeface="Times New Roman"/>
              </a:rPr>
              <a:t>đến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BLoC</a:t>
            </a:r>
            <a:r>
              <a:rPr lang="en-US" sz="2500">
                <a:latin typeface="Times New Roman"/>
                <a:cs typeface="Times New Roman"/>
              </a:rPr>
              <a:t>.</a:t>
            </a:r>
            <a:endParaRPr 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500" err="1">
                <a:latin typeface="Times New Roman"/>
                <a:cs typeface="Times New Roman"/>
              </a:rPr>
              <a:t>BLoC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xử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lý</a:t>
            </a:r>
            <a:r>
              <a:rPr lang="en-US" sz="2500">
                <a:latin typeface="Times New Roman"/>
                <a:cs typeface="Times New Roman"/>
              </a:rPr>
              <a:t> event </a:t>
            </a:r>
            <a:r>
              <a:rPr lang="en-US" sz="2500" err="1">
                <a:latin typeface="Times New Roman"/>
                <a:cs typeface="Times New Roman"/>
              </a:rPr>
              <a:t>đó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theo</a:t>
            </a:r>
            <a:r>
              <a:rPr lang="en-US" sz="2500">
                <a:latin typeface="Times New Roman"/>
                <a:cs typeface="Times New Roman"/>
              </a:rPr>
              <a:t> logic </a:t>
            </a:r>
            <a:r>
              <a:rPr lang="en-US" sz="2500" err="1">
                <a:latin typeface="Times New Roman"/>
                <a:cs typeface="Times New Roman"/>
              </a:rPr>
              <a:t>nghiệp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vụ</a:t>
            </a:r>
            <a:endParaRPr lang="en-US" sz="2500">
              <a:latin typeface="Times New Roman"/>
              <a:cs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500">
                <a:latin typeface="Times New Roman"/>
                <a:cs typeface="Times New Roman"/>
              </a:rPr>
              <a:t>Sau </a:t>
            </a:r>
            <a:r>
              <a:rPr lang="en-US" sz="2500" err="1">
                <a:latin typeface="Times New Roman"/>
                <a:cs typeface="Times New Roman"/>
              </a:rPr>
              <a:t>khi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xử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lý</a:t>
            </a:r>
            <a:r>
              <a:rPr lang="en-US" sz="2500">
                <a:latin typeface="Times New Roman"/>
                <a:cs typeface="Times New Roman"/>
              </a:rPr>
              <a:t>, </a:t>
            </a:r>
            <a:r>
              <a:rPr lang="en-US" sz="2500" err="1">
                <a:latin typeface="Times New Roman"/>
                <a:cs typeface="Times New Roman"/>
              </a:rPr>
              <a:t>BLoC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phát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ra</a:t>
            </a:r>
            <a:r>
              <a:rPr lang="en-US" sz="2500">
                <a:latin typeface="Times New Roman"/>
                <a:cs typeface="Times New Roman"/>
              </a:rPr>
              <a:t> state </a:t>
            </a:r>
            <a:r>
              <a:rPr lang="en-US" sz="2500" err="1">
                <a:latin typeface="Times New Roman"/>
                <a:cs typeface="Times New Roman"/>
              </a:rPr>
              <a:t>mới</a:t>
            </a:r>
            <a:r>
              <a:rPr lang="en-US" sz="2500">
                <a:latin typeface="Times New Roman"/>
                <a:cs typeface="Times New Roman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500">
                <a:latin typeface="Times New Roman"/>
                <a:cs typeface="Times New Roman"/>
              </a:rPr>
              <a:t>UI </a:t>
            </a:r>
            <a:r>
              <a:rPr lang="en-US" sz="2500" err="1">
                <a:latin typeface="Times New Roman"/>
                <a:cs typeface="Times New Roman"/>
              </a:rPr>
              <a:t>lắng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nghe</a:t>
            </a:r>
            <a:r>
              <a:rPr lang="en-US" sz="2500">
                <a:latin typeface="Times New Roman"/>
                <a:cs typeface="Times New Roman"/>
              </a:rPr>
              <a:t>  </a:t>
            </a:r>
            <a:r>
              <a:rPr lang="en-US" sz="2500" err="1">
                <a:latin typeface="Times New Roman"/>
                <a:cs typeface="Times New Roman"/>
              </a:rPr>
              <a:t>và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tự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động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cập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nhật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giao</a:t>
            </a:r>
            <a:endParaRPr lang="en-US" sz="2500">
              <a:latin typeface="Times New Roman"/>
              <a:cs typeface="Times New Roman"/>
            </a:endParaRPr>
          </a:p>
          <a:p>
            <a:pPr algn="just"/>
            <a:r>
              <a:rPr lang="en-US" sz="2500" err="1">
                <a:latin typeface="Times New Roman"/>
                <a:cs typeface="Times New Roman"/>
              </a:rPr>
              <a:t>diện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dựa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trên</a:t>
            </a:r>
            <a:r>
              <a:rPr lang="en-US" sz="2500">
                <a:latin typeface="Times New Roman"/>
                <a:cs typeface="Times New Roman"/>
              </a:rPr>
              <a:t> state </a:t>
            </a:r>
            <a:r>
              <a:rPr lang="en-US" sz="2500" err="1">
                <a:latin typeface="Times New Roman"/>
                <a:cs typeface="Times New Roman"/>
              </a:rPr>
              <a:t>mới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nhận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được</a:t>
            </a:r>
            <a:r>
              <a:rPr lang="en-US" sz="2500">
                <a:latin typeface="Times New Roman"/>
                <a:cs typeface="Times New Roman"/>
              </a:rPr>
              <a:t>.</a:t>
            </a:r>
            <a:endParaRPr lang="en-US"/>
          </a:p>
          <a:p>
            <a:pPr algn="just"/>
            <a:endParaRPr lang="en-US" sz="2700">
              <a:latin typeface="Times New Roman"/>
              <a:cs typeface="Times New Roman"/>
            </a:endParaRPr>
          </a:p>
          <a:p>
            <a:pPr algn="just"/>
            <a:endParaRPr lang="en-US" sz="2700" b="1">
              <a:latin typeface="Times New Roman"/>
              <a:cs typeface="Times New Roman"/>
            </a:endParaRPr>
          </a:p>
          <a:p>
            <a:pPr algn="just"/>
            <a:endParaRPr lang="en-US" sz="2700" b="1">
              <a:latin typeface="Times New Roman"/>
              <a:cs typeface="Times New Roman"/>
            </a:endParaRPr>
          </a:p>
          <a:p>
            <a:pPr algn="just"/>
            <a:endParaRPr lang="en-US" sz="2700">
              <a:latin typeface="Times New Roman"/>
              <a:cs typeface="Times New Roman"/>
            </a:endParaRPr>
          </a:p>
          <a:p>
            <a:pPr algn="just"/>
            <a:endParaRPr lang="en-US" sz="2700">
              <a:latin typeface="Times New Roman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2032D4-B00F-AEC1-CCFA-098F90A2D5B1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7E6D5A18-5BA5-21AE-5D34-1410864DC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0848"/>
            <a:ext cx="5769204" cy="1325563"/>
          </a:xfrm>
        </p:spPr>
        <p:txBody>
          <a:bodyPr>
            <a:noAutofit/>
          </a:bodyPr>
          <a:lstStyle/>
          <a:p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Nguyên </a:t>
            </a:r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lý</a:t>
            </a:r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 </a:t>
            </a:r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hoạt</a:t>
            </a:r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 </a:t>
            </a:r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động</a:t>
            </a:r>
            <a:endParaRPr lang="vi-VN" sz="4500" b="1">
              <a:solidFill>
                <a:schemeClr val="bg1"/>
              </a:solidFill>
            </a:endParaRPr>
          </a:p>
        </p:txBody>
      </p:sp>
      <p:sp>
        <p:nvSpPr>
          <p:cNvPr id="4" name="Mũi tên: Cong Phải 3">
            <a:extLst>
              <a:ext uri="{FF2B5EF4-FFF2-40B4-BE49-F238E27FC236}">
                <a16:creationId xmlns:a16="http://schemas.microsoft.com/office/drawing/2014/main" id="{8A524836-3BB4-8117-8BB8-67064F39FFDD}"/>
              </a:ext>
            </a:extLst>
          </p:cNvPr>
          <p:cNvSpPr/>
          <p:nvPr/>
        </p:nvSpPr>
        <p:spPr>
          <a:xfrm rot="5400000">
            <a:off x="2817794" y="976811"/>
            <a:ext cx="713515" cy="2800575"/>
          </a:xfrm>
          <a:prstGeom prst="curved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5" name="Mũi tên: Cong Phải 4">
            <a:extLst>
              <a:ext uri="{FF2B5EF4-FFF2-40B4-BE49-F238E27FC236}">
                <a16:creationId xmlns:a16="http://schemas.microsoft.com/office/drawing/2014/main" id="{0C575A32-8F2D-4C92-AEB7-E95414A0F1E3}"/>
              </a:ext>
            </a:extLst>
          </p:cNvPr>
          <p:cNvSpPr/>
          <p:nvPr/>
        </p:nvSpPr>
        <p:spPr>
          <a:xfrm rot="16200000">
            <a:off x="2734504" y="3343823"/>
            <a:ext cx="662030" cy="2790279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8" name="Hình ngũ giác 7">
            <a:extLst>
              <a:ext uri="{FF2B5EF4-FFF2-40B4-BE49-F238E27FC236}">
                <a16:creationId xmlns:a16="http://schemas.microsoft.com/office/drawing/2014/main" id="{4DCE7351-4BE7-6396-290D-6F9BA25461FD}"/>
              </a:ext>
            </a:extLst>
          </p:cNvPr>
          <p:cNvSpPr/>
          <p:nvPr/>
        </p:nvSpPr>
        <p:spPr>
          <a:xfrm>
            <a:off x="3934200" y="2574174"/>
            <a:ext cx="1835562" cy="1780357"/>
          </a:xfrm>
          <a:prstGeom prst="pent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Hình Bầu dục 8">
            <a:extLst>
              <a:ext uri="{FF2B5EF4-FFF2-40B4-BE49-F238E27FC236}">
                <a16:creationId xmlns:a16="http://schemas.microsoft.com/office/drawing/2014/main" id="{DE526A45-CFAD-437D-8E20-715279D1E077}"/>
              </a:ext>
            </a:extLst>
          </p:cNvPr>
          <p:cNvSpPr/>
          <p:nvPr/>
        </p:nvSpPr>
        <p:spPr>
          <a:xfrm rot="5400000">
            <a:off x="146228" y="2592124"/>
            <a:ext cx="2167221" cy="1758259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>
              <a:latin typeface="Arial"/>
              <a:cs typeface="Arial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4BE4F04D-D7A2-742F-CAC8-A2CEC7C1A4A0}"/>
              </a:ext>
            </a:extLst>
          </p:cNvPr>
          <p:cNvSpPr txBox="1"/>
          <p:nvPr/>
        </p:nvSpPr>
        <p:spPr>
          <a:xfrm>
            <a:off x="630385" y="3125101"/>
            <a:ext cx="1086408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vi-VN" sz="3000" b="1">
                <a:latin typeface="Times New Roman"/>
                <a:cs typeface="Arial"/>
              </a:rPr>
              <a:t>UI</a:t>
            </a:r>
            <a:endParaRPr lang="vi-VN" sz="3000" b="1">
              <a:latin typeface="Times New Roman"/>
              <a:cs typeface="Arial" panose="020B0604020202020204" pitchFamily="34" charset="0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426B9C2F-1693-8B2A-92EE-511190E1FE79}"/>
              </a:ext>
            </a:extLst>
          </p:cNvPr>
          <p:cNvSpPr txBox="1"/>
          <p:nvPr/>
        </p:nvSpPr>
        <p:spPr>
          <a:xfrm>
            <a:off x="4385873" y="3192164"/>
            <a:ext cx="1086408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vi-VN" sz="3000" b="1" err="1">
                <a:latin typeface="Times New Roman"/>
                <a:cs typeface="Arial"/>
              </a:rPr>
              <a:t>Bloc</a:t>
            </a:r>
            <a:endParaRPr lang="vi-VN" sz="3000" b="1" err="1">
              <a:latin typeface="Times New Roman"/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9CB6B157-9A47-489C-31FB-BF71FAF66B6C}"/>
              </a:ext>
            </a:extLst>
          </p:cNvPr>
          <p:cNvSpPr txBox="1"/>
          <p:nvPr/>
        </p:nvSpPr>
        <p:spPr>
          <a:xfrm>
            <a:off x="2697547" y="2014551"/>
            <a:ext cx="155584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vi-VN" sz="3000" b="1" err="1">
                <a:latin typeface="Times New Roman"/>
                <a:cs typeface="Arial"/>
              </a:rPr>
              <a:t>State</a:t>
            </a:r>
            <a:endParaRPr lang="vi-VN" sz="3000" b="1">
              <a:latin typeface="Times New Roman"/>
              <a:cs typeface="Times New Roman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CD929A90-1FF4-B168-444E-30D23C929B38}"/>
              </a:ext>
            </a:extLst>
          </p:cNvPr>
          <p:cNvSpPr txBox="1"/>
          <p:nvPr/>
        </p:nvSpPr>
        <p:spPr>
          <a:xfrm>
            <a:off x="2463824" y="4464701"/>
            <a:ext cx="1636319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vi-VN" sz="3000" b="1" err="1">
                <a:latin typeface="Times New Roman"/>
                <a:cs typeface="Arial"/>
              </a:rPr>
              <a:t>Event</a:t>
            </a:r>
            <a:endParaRPr lang="vi-VN" sz="3000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86799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5B6F6-54B1-C1AC-F18F-FFE0FA154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FD64AD-96F4-16B7-F0DF-AF5CA6EB946C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041B8500-50B7-2F0E-11F9-8E9D78F8D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35" y="-170848"/>
            <a:ext cx="4962883" cy="1325563"/>
          </a:xfrm>
        </p:spPr>
        <p:txBody>
          <a:bodyPr>
            <a:noAutofit/>
          </a:bodyPr>
          <a:lstStyle/>
          <a:p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Cài </a:t>
            </a:r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Đặt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2CF92F17-B25C-2D31-E214-A8DC8B6F6483}"/>
              </a:ext>
            </a:extLst>
          </p:cNvPr>
          <p:cNvSpPr txBox="1"/>
          <p:nvPr/>
        </p:nvSpPr>
        <p:spPr>
          <a:xfrm>
            <a:off x="281440" y="1319152"/>
            <a:ext cx="5761099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>
                <a:latin typeface="Times New Roman"/>
                <a:cs typeface="Times New Roman"/>
              </a:rPr>
              <a:t>Cài </a:t>
            </a:r>
            <a:r>
              <a:rPr lang="en-US" sz="3000" err="1">
                <a:latin typeface="Times New Roman"/>
                <a:cs typeface="Times New Roman"/>
              </a:rPr>
              <a:t>đặt</a:t>
            </a:r>
            <a:r>
              <a:rPr lang="en-US" sz="3000">
                <a:latin typeface="Times New Roman"/>
                <a:cs typeface="Times New Roman"/>
              </a:rPr>
              <a:t> </a:t>
            </a:r>
            <a:r>
              <a:rPr lang="en-US" sz="3000" err="1">
                <a:latin typeface="Times New Roman"/>
                <a:cs typeface="Times New Roman"/>
              </a:rPr>
              <a:t>gói</a:t>
            </a:r>
            <a:r>
              <a:rPr lang="en-US" sz="3000">
                <a:latin typeface="Times New Roman"/>
                <a:cs typeface="Times New Roman"/>
              </a:rPr>
              <a:t> </a:t>
            </a:r>
            <a:r>
              <a:rPr lang="en-US" sz="3000" err="1">
                <a:latin typeface="Times New Roman"/>
                <a:cs typeface="Times New Roman"/>
              </a:rPr>
              <a:t>trong</a:t>
            </a:r>
            <a:r>
              <a:rPr lang="en-US" sz="3000">
                <a:latin typeface="Times New Roman"/>
                <a:cs typeface="Times New Roman"/>
              </a:rPr>
              <a:t> </a:t>
            </a:r>
            <a:r>
              <a:rPr lang="en-US" sz="3000" err="1">
                <a:latin typeface="Times New Roman"/>
                <a:cs typeface="Times New Roman"/>
              </a:rPr>
              <a:t>tệp</a:t>
            </a:r>
            <a:r>
              <a:rPr lang="en-US" sz="3000">
                <a:latin typeface="Times New Roman"/>
                <a:cs typeface="Times New Roman"/>
              </a:rPr>
              <a:t> </a:t>
            </a:r>
            <a:r>
              <a:rPr lang="en-US" sz="3000" err="1">
                <a:latin typeface="Times New Roman"/>
                <a:cs typeface="Times New Roman"/>
              </a:rPr>
              <a:t>pubspec.yaml</a:t>
            </a:r>
            <a:endParaRPr lang="vi-VN" sz="3000">
              <a:latin typeface="Times New Roman"/>
              <a:cs typeface="Times New Roman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C67C85A2-7C06-ADB4-6B57-173BCFA2D48A}"/>
              </a:ext>
            </a:extLst>
          </p:cNvPr>
          <p:cNvSpPr txBox="1"/>
          <p:nvPr/>
        </p:nvSpPr>
        <p:spPr>
          <a:xfrm>
            <a:off x="281117" y="5506964"/>
            <a:ext cx="224125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err="1">
                <a:latin typeface="Times New Roman"/>
                <a:cs typeface="Times New Roman"/>
              </a:rPr>
              <a:t>Thêm</a:t>
            </a:r>
            <a:r>
              <a:rPr lang="en-US" sz="3000">
                <a:latin typeface="Times New Roman"/>
                <a:cs typeface="Times New Roman"/>
              </a:rPr>
              <a:t> </a:t>
            </a:r>
            <a:r>
              <a:rPr lang="en-US" sz="3000" err="1">
                <a:latin typeface="Times New Roman"/>
                <a:cs typeface="Times New Roman"/>
              </a:rPr>
              <a:t>gói</a:t>
            </a:r>
            <a:r>
              <a:rPr lang="en-US" sz="3000">
                <a:latin typeface="Times New Roman"/>
                <a:cs typeface="Times New Roman"/>
              </a:rPr>
              <a:t> </a:t>
            </a:r>
          </a:p>
        </p:txBody>
      </p:sp>
      <p:pic>
        <p:nvPicPr>
          <p:cNvPr id="4" name="Hình ảnh 3" descr="Ảnh có chứa văn bản, Phông chữ, ảnh chụp màn hình, số&#10;&#10;Nội dung do AI tạo ra có thể không chính xác.">
            <a:extLst>
              <a:ext uri="{FF2B5EF4-FFF2-40B4-BE49-F238E27FC236}">
                <a16:creationId xmlns:a16="http://schemas.microsoft.com/office/drawing/2014/main" id="{7DF63FF2-2567-6795-59D1-9438F5567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129" y="2023944"/>
            <a:ext cx="5903567" cy="28645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Hình ảnh 4" descr="Ảnh có chứa Phông chữ, văn bản&#10;&#10;Nội dung do AI tạo ra có thể không chính xác.">
            <a:extLst>
              <a:ext uri="{FF2B5EF4-FFF2-40B4-BE49-F238E27FC236}">
                <a16:creationId xmlns:a16="http://schemas.microsoft.com/office/drawing/2014/main" id="{0555EE14-CDF9-F48F-D5CB-967C3AD99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066" y="5348287"/>
            <a:ext cx="8822910" cy="8659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92243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C1A08-5A76-BD77-92EF-3BA31F470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C5B6EAB-34C1-F149-D827-E5A835089780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AD0B442C-AC01-9DE6-E5DA-4ED608C54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35" y="-170848"/>
            <a:ext cx="7293056" cy="1325563"/>
          </a:xfrm>
        </p:spPr>
        <p:txBody>
          <a:bodyPr>
            <a:noAutofit/>
          </a:bodyPr>
          <a:lstStyle/>
          <a:p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Cấu</a:t>
            </a:r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trúc</a:t>
            </a:r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 file </a:t>
            </a:r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trong</a:t>
            </a:r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 Flutter</a:t>
            </a:r>
          </a:p>
        </p:txBody>
      </p:sp>
      <p:pic>
        <p:nvPicPr>
          <p:cNvPr id="11" name="Hình ảnh 10" descr="Ảnh có chứa văn bản, ảnh chụp màn hình, Phông chữ, số&#10;&#10;Nội dung do AI tạo ra có thể không chính xác.">
            <a:extLst>
              <a:ext uri="{FF2B5EF4-FFF2-40B4-BE49-F238E27FC236}">
                <a16:creationId xmlns:a16="http://schemas.microsoft.com/office/drawing/2014/main" id="{62A08623-7F64-1CE6-3477-8869B189F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691" y="1154715"/>
            <a:ext cx="5606618" cy="55464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0667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D1622-F1D3-1F13-CCA8-E0207CF4A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054EB15-3205-260F-29A1-612512293ED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FEF666D8-7209-87F4-A420-6C814A143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06" y="-170848"/>
            <a:ext cx="5526098" cy="1325563"/>
          </a:xfrm>
        </p:spPr>
        <p:txBody>
          <a:bodyPr>
            <a:noAutofit/>
          </a:bodyPr>
          <a:lstStyle/>
          <a:p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Event</a:t>
            </a:r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276E9CD6-8BEE-9407-D7FA-D4DCD9941F88}"/>
              </a:ext>
            </a:extLst>
          </p:cNvPr>
          <p:cNvSpPr txBox="1"/>
          <p:nvPr/>
        </p:nvSpPr>
        <p:spPr>
          <a:xfrm>
            <a:off x="3308062" y="2941671"/>
            <a:ext cx="2705039" cy="7590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vi-VN"/>
          </a:p>
        </p:txBody>
      </p:sp>
      <p:pic>
        <p:nvPicPr>
          <p:cNvPr id="23" name="Hình ảnh 22" descr="Ảnh có chứa văn bản, ảnh chụp màn hình, Phông chữ&#10;&#10;Nội dung do AI tạo ra có thể không chính xác.">
            <a:extLst>
              <a:ext uri="{FF2B5EF4-FFF2-40B4-BE49-F238E27FC236}">
                <a16:creationId xmlns:a16="http://schemas.microsoft.com/office/drawing/2014/main" id="{26C42A9E-D0A5-0652-DD0D-070948D02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192" y="2106695"/>
            <a:ext cx="8086725" cy="44100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F99E77F3-3FE2-2268-7089-13F02CCC2DC6}"/>
              </a:ext>
            </a:extLst>
          </p:cNvPr>
          <p:cNvSpPr txBox="1"/>
          <p:nvPr/>
        </p:nvSpPr>
        <p:spPr>
          <a:xfrm>
            <a:off x="3107706" y="2963758"/>
            <a:ext cx="2663635" cy="7314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vi-VN"/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F867D8C7-0494-E52F-159E-2FD48BD58701}"/>
              </a:ext>
            </a:extLst>
          </p:cNvPr>
          <p:cNvSpPr txBox="1"/>
          <p:nvPr/>
        </p:nvSpPr>
        <p:spPr>
          <a:xfrm>
            <a:off x="3107706" y="3791831"/>
            <a:ext cx="2498021" cy="7176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vi-VN"/>
          </a:p>
        </p:txBody>
      </p: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3AF2B0B8-0A60-7D77-94C1-D76E91AFB59F}"/>
              </a:ext>
            </a:extLst>
          </p:cNvPr>
          <p:cNvCxnSpPr/>
          <p:nvPr/>
        </p:nvCxnSpPr>
        <p:spPr>
          <a:xfrm flipV="1">
            <a:off x="5760597" y="3373191"/>
            <a:ext cx="4359964" cy="132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Đường kết nối Mũi tên Thẳng 30">
            <a:extLst>
              <a:ext uri="{FF2B5EF4-FFF2-40B4-BE49-F238E27FC236}">
                <a16:creationId xmlns:a16="http://schemas.microsoft.com/office/drawing/2014/main" id="{15C13E6B-0A6A-7220-F3D0-C5651AC3DAD3}"/>
              </a:ext>
            </a:extLst>
          </p:cNvPr>
          <p:cNvCxnSpPr/>
          <p:nvPr/>
        </p:nvCxnSpPr>
        <p:spPr>
          <a:xfrm flipH="1">
            <a:off x="1922077" y="4204929"/>
            <a:ext cx="1195680" cy="1301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Hộp Văn bản 31">
            <a:extLst>
              <a:ext uri="{FF2B5EF4-FFF2-40B4-BE49-F238E27FC236}">
                <a16:creationId xmlns:a16="http://schemas.microsoft.com/office/drawing/2014/main" id="{F59746B8-BFDC-6153-66D4-D66FC6713681}"/>
              </a:ext>
            </a:extLst>
          </p:cNvPr>
          <p:cNvSpPr txBox="1"/>
          <p:nvPr/>
        </p:nvSpPr>
        <p:spPr>
          <a:xfrm>
            <a:off x="10138259" y="2839547"/>
            <a:ext cx="220267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Times New Roman"/>
                <a:cs typeface="Arial"/>
              </a:rPr>
              <a:t>Event </a:t>
            </a:r>
            <a:r>
              <a:rPr lang="vi-VN" sz="2800" dirty="0">
                <a:latin typeface="Times New Roman"/>
                <a:cs typeface="Arial"/>
              </a:rPr>
              <a:t>tăng và giảm</a:t>
            </a:r>
            <a:endParaRPr lang="vi-VN" sz="2800" dirty="0">
              <a:latin typeface="Times New Roman"/>
              <a:cs typeface="Times New Roman"/>
            </a:endParaRPr>
          </a:p>
        </p:txBody>
      </p: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FA9EB8E8-884A-F6BF-8517-7ADD2C9A01E3}"/>
              </a:ext>
            </a:extLst>
          </p:cNvPr>
          <p:cNvSpPr txBox="1"/>
          <p:nvPr/>
        </p:nvSpPr>
        <p:spPr>
          <a:xfrm>
            <a:off x="1350" y="3803418"/>
            <a:ext cx="208335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Times New Roman"/>
                <a:cs typeface="Arial"/>
              </a:rPr>
              <a:t>Event </a:t>
            </a:r>
            <a:r>
              <a:rPr lang="vi-VN" sz="2800" dirty="0">
                <a:latin typeface="Times New Roman"/>
                <a:cs typeface="Arial"/>
              </a:rPr>
              <a:t>reset và cập nhậ</a:t>
            </a:r>
            <a:r>
              <a:rPr lang="en-US" sz="2800" dirty="0">
                <a:latin typeface="Times New Roman"/>
                <a:cs typeface="Arial"/>
              </a:rPr>
              <a:t>t</a:t>
            </a:r>
            <a:endParaRPr lang="vi-VN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77416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CC43E-046A-D66A-2309-085490FAD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31A463-DD67-EE55-25FF-F8F996C53404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AF46B826-D38B-FBCB-0DFA-EC47DCB4C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06" y="-170848"/>
            <a:ext cx="5526098" cy="1325563"/>
          </a:xfrm>
        </p:spPr>
        <p:txBody>
          <a:bodyPr>
            <a:noAutofit/>
          </a:bodyPr>
          <a:lstStyle/>
          <a:p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State</a:t>
            </a:r>
          </a:p>
        </p:txBody>
      </p:sp>
      <p:pic>
        <p:nvPicPr>
          <p:cNvPr id="4" name="Hình ảnh 3" descr="Ảnh có chứa văn bản, ảnh chụp màn hình, Phông chữ, số&#10;&#10;Nội dung do AI tạo ra có thể không chính xác.">
            <a:extLst>
              <a:ext uri="{FF2B5EF4-FFF2-40B4-BE49-F238E27FC236}">
                <a16:creationId xmlns:a16="http://schemas.microsoft.com/office/drawing/2014/main" id="{D277E27C-B6D0-3EC9-3FCA-E016A3362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616" y="944521"/>
            <a:ext cx="5730957" cy="59163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2E6FBAA9-E837-47E4-EFF9-72E97D2C021E}"/>
              </a:ext>
            </a:extLst>
          </p:cNvPr>
          <p:cNvSpPr txBox="1"/>
          <p:nvPr/>
        </p:nvSpPr>
        <p:spPr>
          <a:xfrm>
            <a:off x="1591407" y="943549"/>
            <a:ext cx="1735410" cy="4632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vi-VN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4C9DA41E-4651-C978-6B2C-13AA02C94B69}"/>
              </a:ext>
            </a:extLst>
          </p:cNvPr>
          <p:cNvSpPr txBox="1"/>
          <p:nvPr/>
        </p:nvSpPr>
        <p:spPr>
          <a:xfrm>
            <a:off x="7069015" y="3763107"/>
            <a:ext cx="4614852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800">
                <a:latin typeface="Times New Roman"/>
                <a:ea typeface="+mn-lt"/>
                <a:cs typeface="Arial"/>
              </a:rPr>
              <a:t>Tạo bản sao mới của </a:t>
            </a:r>
            <a:r>
              <a:rPr lang="vi-VN" sz="2800" err="1">
                <a:latin typeface="Times New Roman"/>
                <a:ea typeface="+mn-lt"/>
                <a:cs typeface="Arial"/>
              </a:rPr>
              <a:t>state</a:t>
            </a:r>
            <a:r>
              <a:rPr lang="vi-VN" sz="2800">
                <a:latin typeface="Times New Roman"/>
                <a:ea typeface="+mn-lt"/>
                <a:cs typeface="Arial"/>
              </a:rPr>
              <a:t> có giá trị cập nhật</a:t>
            </a:r>
            <a:endParaRPr lang="vi-VN" sz="2800">
              <a:latin typeface="Times New Roman"/>
              <a:cs typeface="Arial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D5E0A48-81D7-6863-F0B9-53A2405D42EB}"/>
              </a:ext>
            </a:extLst>
          </p:cNvPr>
          <p:cNvSpPr txBox="1"/>
          <p:nvPr/>
        </p:nvSpPr>
        <p:spPr>
          <a:xfrm>
            <a:off x="7063154" y="1720360"/>
            <a:ext cx="44782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800">
                <a:latin typeface="Times New Roman"/>
                <a:ea typeface="+mn-lt"/>
                <a:cs typeface="Arial"/>
              </a:rPr>
              <a:t>lớp đại diện cho trạng thái </a:t>
            </a:r>
            <a:endParaRPr lang="vi-VN" sz="2800">
              <a:latin typeface="Times New Roman"/>
              <a:cs typeface="Arial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D4BDA08C-1A25-56CA-E48D-FC10CC4D7DDD}"/>
              </a:ext>
            </a:extLst>
          </p:cNvPr>
          <p:cNvSpPr txBox="1"/>
          <p:nvPr/>
        </p:nvSpPr>
        <p:spPr>
          <a:xfrm>
            <a:off x="2834053" y="3886040"/>
            <a:ext cx="1606456" cy="3108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vi-VN"/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0C729292-6C27-F7D5-B983-63B388F5E758}"/>
              </a:ext>
            </a:extLst>
          </p:cNvPr>
          <p:cNvCxnSpPr/>
          <p:nvPr/>
        </p:nvCxnSpPr>
        <p:spPr>
          <a:xfrm>
            <a:off x="3326422" y="1362807"/>
            <a:ext cx="3663461" cy="5715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70C78266-6BF5-9759-9AF8-2DD273EB7BFC}"/>
              </a:ext>
            </a:extLst>
          </p:cNvPr>
          <p:cNvCxnSpPr/>
          <p:nvPr/>
        </p:nvCxnSpPr>
        <p:spPr>
          <a:xfrm>
            <a:off x="4440115" y="3968261"/>
            <a:ext cx="2625968" cy="234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81860A24-DC3C-E83F-107B-DDE24AF0B506}"/>
              </a:ext>
            </a:extLst>
          </p:cNvPr>
          <p:cNvSpPr txBox="1"/>
          <p:nvPr/>
        </p:nvSpPr>
        <p:spPr>
          <a:xfrm>
            <a:off x="4443758" y="943549"/>
            <a:ext cx="1735410" cy="4632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vi-VN"/>
          </a:p>
        </p:txBody>
      </p:sp>
      <p:cxnSp>
        <p:nvCxnSpPr>
          <p:cNvPr id="12" name="Đường kết nối Mũi tên Thẳng 11">
            <a:extLst>
              <a:ext uri="{FF2B5EF4-FFF2-40B4-BE49-F238E27FC236}">
                <a16:creationId xmlns:a16="http://schemas.microsoft.com/office/drawing/2014/main" id="{E1F3755D-6FE5-686F-09AF-EF886ABAD36F}"/>
              </a:ext>
            </a:extLst>
          </p:cNvPr>
          <p:cNvCxnSpPr>
            <a:cxnSpLocks/>
          </p:cNvCxnSpPr>
          <p:nvPr/>
        </p:nvCxnSpPr>
        <p:spPr>
          <a:xfrm>
            <a:off x="6178774" y="1228942"/>
            <a:ext cx="800812" cy="154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4C7373D2-8AE7-94BA-BD6F-FB2DB55BA6DE}"/>
              </a:ext>
            </a:extLst>
          </p:cNvPr>
          <p:cNvSpPr txBox="1"/>
          <p:nvPr/>
        </p:nvSpPr>
        <p:spPr>
          <a:xfrm>
            <a:off x="7080565" y="953963"/>
            <a:ext cx="462872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800">
                <a:latin typeface="Times New Roman"/>
                <a:ea typeface="+mn-lt"/>
                <a:cs typeface="Arial"/>
              </a:rPr>
              <a:t>giúp so sánh các </a:t>
            </a:r>
            <a:r>
              <a:rPr lang="vi-VN" sz="2800" err="1">
                <a:latin typeface="Times New Roman"/>
                <a:ea typeface="+mn-lt"/>
                <a:cs typeface="Arial"/>
              </a:rPr>
              <a:t>State</a:t>
            </a:r>
            <a:r>
              <a:rPr lang="vi-VN" sz="2800">
                <a:latin typeface="Times New Roman"/>
                <a:ea typeface="+mn-lt"/>
                <a:cs typeface="Arial"/>
              </a:rPr>
              <a:t> dễ dàng </a:t>
            </a:r>
            <a:endParaRPr lang="vi-VN" sz="2800">
              <a:latin typeface="Times New Roman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9233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088BE-CB6C-33C5-D5DA-2A5044D2B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50F8F70-8ABC-71D1-10B0-7020AD6A39DD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DB6DE714-DB53-CBEF-C657-E641491B0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06" y="-170848"/>
            <a:ext cx="5526098" cy="1325563"/>
          </a:xfrm>
        </p:spPr>
        <p:txBody>
          <a:bodyPr>
            <a:noAutofit/>
          </a:bodyPr>
          <a:lstStyle/>
          <a:p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State</a:t>
            </a:r>
          </a:p>
        </p:txBody>
      </p:sp>
      <p:pic>
        <p:nvPicPr>
          <p:cNvPr id="5" name="Hình ảnh 4" descr="Ảnh có chứa văn bản, ảnh chụp màn hình, Phông chữ, hàng&#10;&#10;Nội dung do AI tạo ra có thể không chính xác.">
            <a:extLst>
              <a:ext uri="{FF2B5EF4-FFF2-40B4-BE49-F238E27FC236}">
                <a16:creationId xmlns:a16="http://schemas.microsoft.com/office/drawing/2014/main" id="{7A241F24-7CC0-5F06-0C6C-1BC2CDC61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79" y="2337656"/>
            <a:ext cx="10314842" cy="26867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Hộp Văn bản 13">
            <a:extLst>
              <a:ext uri="{FF2B5EF4-FFF2-40B4-BE49-F238E27FC236}">
                <a16:creationId xmlns:a16="http://schemas.microsoft.com/office/drawing/2014/main" id="{F92B256B-4519-5BD7-D60E-3030457669BC}"/>
              </a:ext>
            </a:extLst>
          </p:cNvPr>
          <p:cNvSpPr txBox="1"/>
          <p:nvPr/>
        </p:nvSpPr>
        <p:spPr>
          <a:xfrm>
            <a:off x="3970082" y="2714685"/>
            <a:ext cx="921924" cy="4632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vi-VN"/>
          </a:p>
        </p:txBody>
      </p:sp>
      <p:sp>
        <p:nvSpPr>
          <p:cNvPr id="6" name="Hộp Văn bản 13">
            <a:extLst>
              <a:ext uri="{FF2B5EF4-FFF2-40B4-BE49-F238E27FC236}">
                <a16:creationId xmlns:a16="http://schemas.microsoft.com/office/drawing/2014/main" id="{3E5540EF-4614-1C21-428C-0715E41C0E25}"/>
              </a:ext>
            </a:extLst>
          </p:cNvPr>
          <p:cNvSpPr txBox="1"/>
          <p:nvPr/>
        </p:nvSpPr>
        <p:spPr>
          <a:xfrm>
            <a:off x="2384298" y="3476683"/>
            <a:ext cx="1591248" cy="411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vi-VN"/>
          </a:p>
        </p:txBody>
      </p:sp>
      <p:cxnSp>
        <p:nvCxnSpPr>
          <p:cNvPr id="8" name="Đường kết nối Mũi tên Thẳng 7">
            <a:extLst>
              <a:ext uri="{FF2B5EF4-FFF2-40B4-BE49-F238E27FC236}">
                <a16:creationId xmlns:a16="http://schemas.microsoft.com/office/drawing/2014/main" id="{E3D81EC3-3921-0951-A0C9-62F2677B73C3}"/>
              </a:ext>
            </a:extLst>
          </p:cNvPr>
          <p:cNvCxnSpPr/>
          <p:nvPr/>
        </p:nvCxnSpPr>
        <p:spPr>
          <a:xfrm flipV="1">
            <a:off x="4656358" y="1736600"/>
            <a:ext cx="10454" cy="9856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E3AE1520-439E-A990-21A5-4171C4C3DF18}"/>
              </a:ext>
            </a:extLst>
          </p:cNvPr>
          <p:cNvSpPr txBox="1"/>
          <p:nvPr/>
        </p:nvSpPr>
        <p:spPr>
          <a:xfrm>
            <a:off x="2385543" y="1346080"/>
            <a:ext cx="7889819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500" dirty="0">
                <a:latin typeface="Times New Roman"/>
                <a:ea typeface="+mn-lt"/>
                <a:cs typeface="Arial"/>
              </a:rPr>
              <a:t>Dòng này thuộc về thư viện </a:t>
            </a:r>
            <a:r>
              <a:rPr lang="vi-VN" sz="2500" dirty="0" err="1">
                <a:latin typeface="Times New Roman"/>
                <a:ea typeface="+mn-lt"/>
                <a:cs typeface="Arial"/>
              </a:rPr>
              <a:t>Equatable</a:t>
            </a:r>
            <a:r>
              <a:rPr lang="vi-VN" sz="2500" dirty="0">
                <a:latin typeface="Times New Roman"/>
                <a:ea typeface="+mn-lt"/>
                <a:cs typeface="Arial"/>
              </a:rPr>
              <a:t> để so sánh các </a:t>
            </a:r>
            <a:r>
              <a:rPr lang="vi-VN" sz="2500" dirty="0" err="1">
                <a:latin typeface="Times New Roman"/>
                <a:ea typeface="+mn-lt"/>
                <a:cs typeface="Arial"/>
              </a:rPr>
              <a:t>state</a:t>
            </a:r>
            <a:endParaRPr lang="vi-VN" sz="2500" dirty="0">
              <a:latin typeface="Times New Roman"/>
              <a:cs typeface="Arial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7F464331-E236-E826-C492-A48C0F97FF08}"/>
              </a:ext>
            </a:extLst>
          </p:cNvPr>
          <p:cNvSpPr txBox="1"/>
          <p:nvPr/>
        </p:nvSpPr>
        <p:spPr>
          <a:xfrm>
            <a:off x="2252058" y="5211906"/>
            <a:ext cx="550789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500" dirty="0">
                <a:latin typeface="Times New Roman"/>
                <a:ea typeface="+mn-lt"/>
                <a:cs typeface="Arial"/>
              </a:rPr>
              <a:t>Đây là hàm dùng để hiển thị thông tin của </a:t>
            </a:r>
            <a:r>
              <a:rPr lang="vi-VN" sz="2500" err="1">
                <a:latin typeface="Times New Roman"/>
                <a:ea typeface="+mn-lt"/>
                <a:cs typeface="Arial"/>
              </a:rPr>
              <a:t>state</a:t>
            </a:r>
            <a:r>
              <a:rPr lang="vi-VN" sz="2500" dirty="0">
                <a:latin typeface="Times New Roman"/>
                <a:ea typeface="+mn-lt"/>
                <a:cs typeface="Arial"/>
              </a:rPr>
              <a:t> ra </a:t>
            </a:r>
            <a:r>
              <a:rPr lang="vi-VN" sz="2500" err="1">
                <a:latin typeface="Times New Roman"/>
                <a:ea typeface="+mn-lt"/>
                <a:cs typeface="Arial"/>
              </a:rPr>
              <a:t>log</a:t>
            </a:r>
            <a:r>
              <a:rPr lang="vi-VN" sz="2500" dirty="0">
                <a:latin typeface="Times New Roman"/>
                <a:ea typeface="+mn-lt"/>
                <a:cs typeface="Arial"/>
              </a:rPr>
              <a:t> </a:t>
            </a:r>
            <a:r>
              <a:rPr lang="vi-VN" sz="2500" err="1">
                <a:latin typeface="Times New Roman"/>
                <a:ea typeface="+mn-lt"/>
                <a:cs typeface="Arial"/>
              </a:rPr>
              <a:t>console</a:t>
            </a:r>
            <a:endParaRPr lang="vi-VN" sz="2500">
              <a:latin typeface="Times New Roman"/>
              <a:cs typeface="Arial"/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F2008C45-0AD6-96E9-F8F3-FEB9812C21F2}"/>
              </a:ext>
            </a:extLst>
          </p:cNvPr>
          <p:cNvCxnSpPr>
            <a:cxnSpLocks/>
          </p:cNvCxnSpPr>
          <p:nvPr/>
        </p:nvCxnSpPr>
        <p:spPr>
          <a:xfrm>
            <a:off x="3091168" y="3896179"/>
            <a:ext cx="158" cy="12900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111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0481C-9F1E-125B-4E4A-5B46A6BD0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00D206-76C1-BBD0-A062-05E7E189A32D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D76D5050-2DF1-F4FE-89A1-D857DC568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06" y="-170848"/>
            <a:ext cx="5526098" cy="1325563"/>
          </a:xfrm>
        </p:spPr>
        <p:txBody>
          <a:bodyPr>
            <a:noAutofit/>
          </a:bodyPr>
          <a:lstStyle/>
          <a:p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Bloc</a:t>
            </a:r>
          </a:p>
        </p:txBody>
      </p:sp>
      <p:pic>
        <p:nvPicPr>
          <p:cNvPr id="6" name="Hình ảnh 5" descr="Ảnh có chứa văn bản, ảnh chụp màn hình, Phông chữ, hàng&#10;&#10;Nội dung do AI tạo ra có thể không chính xác.">
            <a:extLst>
              <a:ext uri="{FF2B5EF4-FFF2-40B4-BE49-F238E27FC236}">
                <a16:creationId xmlns:a16="http://schemas.microsoft.com/office/drawing/2014/main" id="{0DB06293-5B45-F11F-A575-AFABE4274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43" y="2128157"/>
            <a:ext cx="9641469" cy="37076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05493A57-9D04-08B6-5C52-03DFCD0E58B2}"/>
              </a:ext>
            </a:extLst>
          </p:cNvPr>
          <p:cNvSpPr txBox="1"/>
          <p:nvPr/>
        </p:nvSpPr>
        <p:spPr>
          <a:xfrm>
            <a:off x="398160" y="1159302"/>
            <a:ext cx="11649955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err="1">
                <a:latin typeface="Times New Roman"/>
                <a:cs typeface="Times New Roman"/>
              </a:rPr>
              <a:t>Thiết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lập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trạng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thái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khởi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tạo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của</a:t>
            </a:r>
            <a:r>
              <a:rPr lang="en-US" sz="2500">
                <a:latin typeface="Times New Roman"/>
                <a:cs typeface="Times New Roman"/>
              </a:rPr>
              <a:t> Bloc, </a:t>
            </a:r>
            <a:r>
              <a:rPr lang="en-US" sz="2500" err="1">
                <a:latin typeface="Times New Roman"/>
                <a:cs typeface="Times New Roman"/>
              </a:rPr>
              <a:t>l</a:t>
            </a:r>
            <a:r>
              <a:rPr lang="en-US" sz="2500" err="1">
                <a:latin typeface="Times New Roman"/>
                <a:ea typeface="+mn-lt"/>
                <a:cs typeface="+mn-lt"/>
              </a:rPr>
              <a:t>iên</a:t>
            </a:r>
            <a:r>
              <a:rPr lang="en-US" sz="2500">
                <a:latin typeface="Times New Roman"/>
                <a:ea typeface="+mn-lt"/>
                <a:cs typeface="+mn-lt"/>
              </a:rPr>
              <a:t> </a:t>
            </a:r>
            <a:r>
              <a:rPr lang="en-US" sz="2500" err="1">
                <a:latin typeface="Times New Roman"/>
                <a:ea typeface="+mn-lt"/>
                <a:cs typeface="+mn-lt"/>
              </a:rPr>
              <a:t>kết</a:t>
            </a:r>
            <a:r>
              <a:rPr lang="en-US" sz="2500">
                <a:latin typeface="Times New Roman"/>
                <a:ea typeface="+mn-lt"/>
                <a:cs typeface="+mn-lt"/>
              </a:rPr>
              <a:t> </a:t>
            </a:r>
            <a:r>
              <a:rPr lang="en-US" sz="2500" err="1">
                <a:latin typeface="Times New Roman"/>
                <a:ea typeface="+mn-lt"/>
                <a:cs typeface="+mn-lt"/>
              </a:rPr>
              <a:t>với</a:t>
            </a:r>
            <a:r>
              <a:rPr lang="en-US" sz="2500">
                <a:latin typeface="Times New Roman"/>
                <a:ea typeface="+mn-lt"/>
                <a:cs typeface="+mn-lt"/>
              </a:rPr>
              <a:t> </a:t>
            </a:r>
            <a:r>
              <a:rPr lang="en-US" sz="2500" err="1">
                <a:latin typeface="Times New Roman"/>
                <a:ea typeface="+mn-lt"/>
                <a:cs typeface="+mn-lt"/>
              </a:rPr>
              <a:t>CounterRepository</a:t>
            </a:r>
            <a:r>
              <a:rPr lang="en-US" sz="2500">
                <a:latin typeface="Times New Roman"/>
                <a:ea typeface="+mn-lt"/>
                <a:cs typeface="+mn-lt"/>
              </a:rPr>
              <a:t>, </a:t>
            </a:r>
            <a:r>
              <a:rPr lang="en-US" sz="2500" err="1">
                <a:latin typeface="Times New Roman"/>
                <a:ea typeface="+mn-lt"/>
                <a:cs typeface="+mn-lt"/>
              </a:rPr>
              <a:t>là</a:t>
            </a:r>
            <a:r>
              <a:rPr lang="en-US" sz="2500">
                <a:latin typeface="Times New Roman"/>
                <a:ea typeface="+mn-lt"/>
                <a:cs typeface="+mn-lt"/>
              </a:rPr>
              <a:t> </a:t>
            </a:r>
            <a:r>
              <a:rPr lang="en-US" sz="2500" err="1">
                <a:latin typeface="Times New Roman"/>
                <a:ea typeface="+mn-lt"/>
                <a:cs typeface="+mn-lt"/>
              </a:rPr>
              <a:t>nơi</a:t>
            </a:r>
            <a:r>
              <a:rPr lang="en-US" sz="2500">
                <a:latin typeface="Times New Roman"/>
                <a:ea typeface="+mn-lt"/>
                <a:cs typeface="+mn-lt"/>
              </a:rPr>
              <a:t> </a:t>
            </a:r>
            <a:r>
              <a:rPr lang="en-US" sz="2500" err="1">
                <a:latin typeface="Times New Roman"/>
                <a:ea typeface="+mn-lt"/>
                <a:cs typeface="+mn-lt"/>
              </a:rPr>
              <a:t>lưu</a:t>
            </a:r>
            <a:r>
              <a:rPr lang="en-US" sz="2500">
                <a:latin typeface="Times New Roman"/>
                <a:ea typeface="+mn-lt"/>
                <a:cs typeface="+mn-lt"/>
              </a:rPr>
              <a:t> </a:t>
            </a:r>
            <a:r>
              <a:rPr lang="en-US" sz="2500" err="1">
                <a:latin typeface="Times New Roman"/>
                <a:ea typeface="+mn-lt"/>
                <a:cs typeface="+mn-lt"/>
              </a:rPr>
              <a:t>dữ</a:t>
            </a:r>
            <a:r>
              <a:rPr lang="en-US" sz="2500">
                <a:latin typeface="Times New Roman"/>
                <a:ea typeface="+mn-lt"/>
                <a:cs typeface="+mn-lt"/>
              </a:rPr>
              <a:t> </a:t>
            </a:r>
            <a:r>
              <a:rPr lang="en-US" sz="2500" err="1">
                <a:latin typeface="Times New Roman"/>
                <a:ea typeface="+mn-lt"/>
                <a:cs typeface="+mn-lt"/>
              </a:rPr>
              <a:t>liệu</a:t>
            </a:r>
            <a:r>
              <a:rPr lang="en-US" sz="2500">
                <a:latin typeface="Times New Roman"/>
                <a:ea typeface="+mn-lt"/>
                <a:cs typeface="+mn-lt"/>
              </a:rPr>
              <a:t> </a:t>
            </a:r>
            <a:r>
              <a:rPr lang="en-US" sz="2500" err="1">
                <a:latin typeface="Times New Roman"/>
                <a:ea typeface="+mn-lt"/>
                <a:cs typeface="+mn-lt"/>
              </a:rPr>
              <a:t>thật</a:t>
            </a:r>
            <a:r>
              <a:rPr lang="en-US" sz="2500">
                <a:latin typeface="Times New Roman"/>
                <a:ea typeface="+mn-lt"/>
                <a:cs typeface="+mn-lt"/>
              </a:rPr>
              <a:t>, </a:t>
            </a:r>
            <a:r>
              <a:rPr lang="en-US" sz="2500" err="1">
                <a:latin typeface="Times New Roman"/>
                <a:ea typeface="+mn-lt"/>
                <a:cs typeface="+mn-lt"/>
              </a:rPr>
              <a:t>như</a:t>
            </a:r>
            <a:r>
              <a:rPr lang="en-US" sz="2500">
                <a:latin typeface="Times New Roman"/>
                <a:ea typeface="+mn-lt"/>
                <a:cs typeface="+mn-lt"/>
              </a:rPr>
              <a:t> </a:t>
            </a:r>
            <a:r>
              <a:rPr lang="en-US" sz="2500" err="1">
                <a:latin typeface="Times New Roman"/>
                <a:ea typeface="+mn-lt"/>
                <a:cs typeface="+mn-lt"/>
              </a:rPr>
              <a:t>giá</a:t>
            </a:r>
            <a:r>
              <a:rPr lang="en-US" sz="2500">
                <a:latin typeface="Times New Roman"/>
                <a:ea typeface="+mn-lt"/>
                <a:cs typeface="+mn-lt"/>
              </a:rPr>
              <a:t> </a:t>
            </a:r>
            <a:r>
              <a:rPr lang="en-US" sz="2500" err="1">
                <a:latin typeface="Times New Roman"/>
                <a:ea typeface="+mn-lt"/>
                <a:cs typeface="+mn-lt"/>
              </a:rPr>
              <a:t>trị</a:t>
            </a:r>
            <a:r>
              <a:rPr lang="en-US" sz="2500">
                <a:latin typeface="Times New Roman"/>
                <a:ea typeface="+mn-lt"/>
                <a:cs typeface="+mn-lt"/>
              </a:rPr>
              <a:t> </a:t>
            </a:r>
            <a:r>
              <a:rPr lang="en-US" sz="2500" err="1">
                <a:latin typeface="Times New Roman"/>
                <a:ea typeface="+mn-lt"/>
                <a:cs typeface="+mn-lt"/>
              </a:rPr>
              <a:t>hiện</a:t>
            </a:r>
            <a:r>
              <a:rPr lang="en-US" sz="2500">
                <a:latin typeface="Times New Roman"/>
                <a:ea typeface="+mn-lt"/>
                <a:cs typeface="+mn-lt"/>
              </a:rPr>
              <a:t> </a:t>
            </a:r>
            <a:r>
              <a:rPr lang="en-US" sz="2500" err="1">
                <a:latin typeface="Times New Roman"/>
                <a:ea typeface="+mn-lt"/>
                <a:cs typeface="+mn-lt"/>
              </a:rPr>
              <a:t>tại</a:t>
            </a:r>
            <a:r>
              <a:rPr lang="en-US" sz="2500">
                <a:latin typeface="Times New Roman"/>
                <a:ea typeface="+mn-lt"/>
                <a:cs typeface="+mn-lt"/>
              </a:rPr>
              <a:t>, </a:t>
            </a:r>
            <a:r>
              <a:rPr lang="en-US" sz="2500" err="1">
                <a:latin typeface="Times New Roman"/>
                <a:ea typeface="+mn-lt"/>
                <a:cs typeface="+mn-lt"/>
              </a:rPr>
              <a:t>giới</a:t>
            </a:r>
            <a:r>
              <a:rPr lang="en-US" sz="2500">
                <a:latin typeface="Times New Roman"/>
                <a:ea typeface="+mn-lt"/>
                <a:cs typeface="+mn-lt"/>
              </a:rPr>
              <a:t> </a:t>
            </a:r>
            <a:r>
              <a:rPr lang="en-US" sz="2500" err="1">
                <a:latin typeface="Times New Roman"/>
                <a:ea typeface="+mn-lt"/>
                <a:cs typeface="+mn-lt"/>
              </a:rPr>
              <a:t>hạn</a:t>
            </a:r>
            <a:r>
              <a:rPr lang="en-US" sz="2500">
                <a:latin typeface="Times New Roman"/>
                <a:ea typeface="+mn-lt"/>
                <a:cs typeface="+mn-lt"/>
              </a:rPr>
              <a:t> min </a:t>
            </a:r>
            <a:r>
              <a:rPr lang="en-US" sz="2500" err="1">
                <a:latin typeface="Times New Roman"/>
                <a:ea typeface="+mn-lt"/>
                <a:cs typeface="+mn-lt"/>
              </a:rPr>
              <a:t>và</a:t>
            </a:r>
            <a:r>
              <a:rPr lang="en-US" sz="2500">
                <a:latin typeface="Times New Roman"/>
                <a:ea typeface="+mn-lt"/>
                <a:cs typeface="+mn-lt"/>
              </a:rPr>
              <a:t> max.</a:t>
            </a:r>
            <a:endParaRPr lang="en-US" sz="2500">
              <a:latin typeface="Times New Roman"/>
              <a:cs typeface="Times New Roman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36354AC6-12C8-B141-5DEE-0515D759277F}"/>
              </a:ext>
            </a:extLst>
          </p:cNvPr>
          <p:cNvSpPr txBox="1"/>
          <p:nvPr/>
        </p:nvSpPr>
        <p:spPr>
          <a:xfrm>
            <a:off x="4491045" y="2684016"/>
            <a:ext cx="1896701" cy="3452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vi-VN"/>
          </a:p>
        </p:txBody>
      </p:sp>
      <p:cxnSp>
        <p:nvCxnSpPr>
          <p:cNvPr id="7" name="Đường kết nối Mũi tên Thẳng 6">
            <a:extLst>
              <a:ext uri="{FF2B5EF4-FFF2-40B4-BE49-F238E27FC236}">
                <a16:creationId xmlns:a16="http://schemas.microsoft.com/office/drawing/2014/main" id="{B868BBEC-7BF1-805E-F0C2-8043AE948439}"/>
              </a:ext>
            </a:extLst>
          </p:cNvPr>
          <p:cNvCxnSpPr/>
          <p:nvPr/>
        </p:nvCxnSpPr>
        <p:spPr>
          <a:xfrm>
            <a:off x="6384244" y="2749303"/>
            <a:ext cx="3669623" cy="76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79AD3F0-9009-2256-ABA9-A913F10DBD27}"/>
              </a:ext>
            </a:extLst>
          </p:cNvPr>
          <p:cNvSpPr txBox="1"/>
          <p:nvPr/>
        </p:nvSpPr>
        <p:spPr>
          <a:xfrm>
            <a:off x="10043358" y="2334123"/>
            <a:ext cx="2554437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800">
                <a:latin typeface="Times New Roman"/>
                <a:ea typeface="+mn-lt"/>
                <a:cs typeface="Arial"/>
              </a:rPr>
              <a:t>để truy cập dữ liệu bộ đếm</a:t>
            </a:r>
            <a:endParaRPr lang="vi-VN" sz="2800">
              <a:latin typeface="Times New Roman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6442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0E0B7-BBC7-1B07-78DB-C41D83151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1BE4C9E-AB32-A20F-54E1-6F5746676B64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050D830D-9FC3-DE05-8187-6ABE21049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06" y="-170848"/>
            <a:ext cx="10087800" cy="1325563"/>
          </a:xfrm>
        </p:spPr>
        <p:txBody>
          <a:bodyPr>
            <a:noAutofit/>
          </a:bodyPr>
          <a:lstStyle/>
          <a:p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BlocBuilder</a:t>
            </a:r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và</a:t>
            </a:r>
            <a:r>
              <a:rPr lang="en-US" sz="45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BlocListener</a:t>
            </a:r>
          </a:p>
        </p:txBody>
      </p:sp>
      <p:graphicFrame>
        <p:nvGraphicFramePr>
          <p:cNvPr id="5" name="Table 1">
            <a:extLst>
              <a:ext uri="{FF2B5EF4-FFF2-40B4-BE49-F238E27FC236}">
                <a16:creationId xmlns:a16="http://schemas.microsoft.com/office/drawing/2014/main" id="{9D8401EF-E4D3-DB62-6BD5-9412F8F7C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741033"/>
              </p:ext>
            </p:extLst>
          </p:nvPr>
        </p:nvGraphicFramePr>
        <p:xfrm>
          <a:off x="247135" y="2080053"/>
          <a:ext cx="11705845" cy="3999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16463">
                  <a:extLst>
                    <a:ext uri="{9D8B030D-6E8A-4147-A177-3AD203B41FA5}">
                      <a16:colId xmlns:a16="http://schemas.microsoft.com/office/drawing/2014/main" val="1421261278"/>
                    </a:ext>
                  </a:extLst>
                </a:gridCol>
                <a:gridCol w="4785607">
                  <a:extLst>
                    <a:ext uri="{9D8B030D-6E8A-4147-A177-3AD203B41FA5}">
                      <a16:colId xmlns:a16="http://schemas.microsoft.com/office/drawing/2014/main" val="3731120662"/>
                    </a:ext>
                  </a:extLst>
                </a:gridCol>
                <a:gridCol w="3603775">
                  <a:extLst>
                    <a:ext uri="{9D8B030D-6E8A-4147-A177-3AD203B41FA5}">
                      <a16:colId xmlns:a16="http://schemas.microsoft.com/office/drawing/2014/main" val="2058887953"/>
                    </a:ext>
                  </a:extLst>
                </a:gridCol>
              </a:tblGrid>
              <a:tr h="993913"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Widget</a:t>
                      </a:r>
                      <a:r>
                        <a:rPr lang="en-US" sz="3000" b="0" err="1">
                          <a:solidFill>
                            <a:srgbClr val="FFFFFF"/>
                          </a:solidFill>
                          <a:latin typeface="Times New Roman"/>
                        </a:rPr>
                        <a:t>VÀ</a:t>
                      </a:r>
                      <a:r>
                        <a:rPr lang="en-US" sz="3000" b="0">
                          <a:solidFill>
                            <a:srgbClr val="FFFFFF"/>
                          </a:solidFill>
                          <a:latin typeface="Times New Roman"/>
                        </a:rPr>
                        <a:t> TÊN</a:t>
                      </a:r>
                      <a:endParaRPr lang="vi-VN" sz="3000" b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marL="60960" marR="60960" marT="30480" marB="3048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3000" b="0" err="1">
                          <a:solidFill>
                            <a:schemeClr val="tx1"/>
                          </a:solidFill>
                          <a:latin typeface="Times New Roman"/>
                        </a:rPr>
                        <a:t>Chức</a:t>
                      </a:r>
                      <a:r>
                        <a:rPr lang="en-US" sz="3000" b="0">
                          <a:solidFill>
                            <a:schemeClr val="tx1"/>
                          </a:solidFill>
                          <a:latin typeface="Times New Roman"/>
                        </a:rPr>
                        <a:t>  </a:t>
                      </a:r>
                      <a:r>
                        <a:rPr lang="en-US" sz="3000" b="0" err="1">
                          <a:solidFill>
                            <a:schemeClr val="tx1"/>
                          </a:solidFill>
                          <a:latin typeface="Times New Roman"/>
                        </a:rPr>
                        <a:t>năng</a:t>
                      </a:r>
                      <a:endParaRPr lang="en-US" sz="3000" b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marL="60960" marR="60960" marT="30480" marB="30480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Khi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nên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sử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dụng</a:t>
                      </a:r>
                      <a:r>
                        <a:rPr lang="en-US" sz="3000" b="0" err="1">
                          <a:solidFill>
                            <a:srgbClr val="FFFFFF"/>
                          </a:solidFill>
                          <a:latin typeface="Times New Roman"/>
                        </a:rPr>
                        <a:t>KHỐI</a:t>
                      </a:r>
                      <a:r>
                        <a:rPr lang="en-US" sz="3000" b="0">
                          <a:solidFill>
                            <a:srgbClr val="FFFFFF"/>
                          </a:solidFill>
                          <a:latin typeface="Times New Roman"/>
                        </a:rPr>
                        <a:t> LƯỢNG</a:t>
                      </a:r>
                    </a:p>
                  </a:txBody>
                  <a:tcPr marL="60960" marR="60960" marT="30480" marB="30480"/>
                </a:tc>
                <a:extLst>
                  <a:ext uri="{0D108BD9-81ED-4DB2-BD59-A6C34878D82A}">
                    <a16:rowId xmlns:a16="http://schemas.microsoft.com/office/drawing/2014/main" val="2050379007"/>
                  </a:ext>
                </a:extLst>
              </a:tr>
              <a:tr h="1408016"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3000" b="0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BlocBuild</a:t>
                      </a:r>
                      <a:r>
                        <a:rPr lang="en-US" sz="3000" b="0" i="0" u="none" strike="noStrike" noProof="0" err="1">
                          <a:solidFill>
                            <a:schemeClr val="bg1"/>
                          </a:solidFill>
                          <a:latin typeface="Times New Roman"/>
                        </a:rPr>
                        <a:t>er</a:t>
                      </a:r>
                      <a:endParaRPr lang="en-US" sz="3000" b="0">
                        <a:latin typeface="Times New Roman"/>
                      </a:endParaRPr>
                    </a:p>
                  </a:txBody>
                  <a:tcPr marL="60960" marR="60960" marT="30480" marB="30480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Dùng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để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xây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dựng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lại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UI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khi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State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thay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đổi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60960" marR="60960" marT="30480" marB="30480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Khi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chỉ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cần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cập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nhập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giao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diện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60960" marR="60960" marT="30480" marB="30480"/>
                </a:tc>
                <a:extLst>
                  <a:ext uri="{0D108BD9-81ED-4DB2-BD59-A6C34878D82A}">
                    <a16:rowId xmlns:a16="http://schemas.microsoft.com/office/drawing/2014/main" val="4100264183"/>
                  </a:ext>
                </a:extLst>
              </a:tr>
              <a:tr h="1597313"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3000" b="0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BlocListen</a:t>
                      </a:r>
                      <a:r>
                        <a:rPr lang="en-US" sz="3000" b="0" i="0" u="none" strike="noStrike" noProof="0" err="1">
                          <a:solidFill>
                            <a:schemeClr val="bg1"/>
                          </a:solidFill>
                          <a:latin typeface="Times New Roman"/>
                        </a:rPr>
                        <a:t>er</a:t>
                      </a:r>
                      <a:endParaRPr lang="vi-VN" sz="3000" b="0">
                        <a:latin typeface="Times New Roman"/>
                      </a:endParaRPr>
                    </a:p>
                  </a:txBody>
                  <a:tcPr marL="60960" marR="60960" marT="30480" marB="30480"/>
                </a:tc>
                <a:tc>
                  <a:txBody>
                    <a:bodyPr/>
                    <a:lstStyle/>
                    <a:p>
                      <a:pPr marL="0" lvl="0" indent="0" algn="just">
                        <a:buNone/>
                      </a:pP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Dùng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để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lắng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nghe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và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phản</a:t>
                      </a:r>
                      <a:endParaRPr lang="vi-VN" err="1"/>
                    </a:p>
                    <a:p>
                      <a:pPr marL="0" lvl="0" indent="0" algn="just">
                        <a:buNone/>
                      </a:pP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ứng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phụ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như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hiển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thị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snackbarvà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không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thay đổi UI.</a:t>
                      </a:r>
                    </a:p>
                  </a:txBody>
                  <a:tcPr marL="60960" marR="60960" marT="30480" marB="30480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Khi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cần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xử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lý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hành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endParaRPr lang="vi-VN"/>
                    </a:p>
                    <a:p>
                      <a:pPr lvl="0" algn="just">
                        <a:buNone/>
                      </a:pP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động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30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ngoài</a:t>
                      </a:r>
                      <a:r>
                        <a:rPr lang="en-US" sz="30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UI.</a:t>
                      </a:r>
                    </a:p>
                  </a:txBody>
                  <a:tcPr marL="60960" marR="60960" marT="30480" marB="30480"/>
                </a:tc>
                <a:extLst>
                  <a:ext uri="{0D108BD9-81ED-4DB2-BD59-A6C34878D82A}">
                    <a16:rowId xmlns:a16="http://schemas.microsoft.com/office/drawing/2014/main" val="3007732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306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58652-FFE1-9CC8-3FF1-11DF229B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70DF4EC-88AF-EC3D-A791-BD7CDA713099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D5E5C960-A25F-B9B6-C377-28D9557F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06" y="-170848"/>
            <a:ext cx="5526098" cy="1325563"/>
          </a:xfrm>
        </p:spPr>
        <p:txBody>
          <a:bodyPr>
            <a:noAutofit/>
          </a:bodyPr>
          <a:lstStyle/>
          <a:p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BlocListener</a:t>
            </a:r>
          </a:p>
        </p:txBody>
      </p:sp>
      <p:pic>
        <p:nvPicPr>
          <p:cNvPr id="6" name="Hình ảnh 5" descr="Ảnh có chứa văn bản, ảnh chụp màn hình, Phông chữ, số&#10;&#10;Nội dung do AI tạo ra có thể không chính xác.">
            <a:extLst>
              <a:ext uri="{FF2B5EF4-FFF2-40B4-BE49-F238E27FC236}">
                <a16:creationId xmlns:a16="http://schemas.microsoft.com/office/drawing/2014/main" id="{BAD542B3-B994-8FAC-14DF-B5D2B9FA6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409" y="1481939"/>
            <a:ext cx="8020050" cy="5105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289D7AFB-57CE-6348-F9A4-802476033236}"/>
              </a:ext>
            </a:extLst>
          </p:cNvPr>
          <p:cNvSpPr txBox="1"/>
          <p:nvPr/>
        </p:nvSpPr>
        <p:spPr>
          <a:xfrm>
            <a:off x="3864341" y="1918370"/>
            <a:ext cx="1324917" cy="3450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vi-VN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E4651BAD-0826-C9B0-A49A-755ED97F4BB2}"/>
              </a:ext>
            </a:extLst>
          </p:cNvPr>
          <p:cNvSpPr txBox="1"/>
          <p:nvPr/>
        </p:nvSpPr>
        <p:spPr>
          <a:xfrm>
            <a:off x="3864341" y="2515613"/>
            <a:ext cx="1324917" cy="3450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vi-VN"/>
          </a:p>
        </p:txBody>
      </p:sp>
      <p:cxnSp>
        <p:nvCxnSpPr>
          <p:cNvPr id="7" name="Đường kết nối Mũi tên Thẳng 6">
            <a:extLst>
              <a:ext uri="{FF2B5EF4-FFF2-40B4-BE49-F238E27FC236}">
                <a16:creationId xmlns:a16="http://schemas.microsoft.com/office/drawing/2014/main" id="{720AD43E-88D6-3C04-A684-6068DBC47FA4}"/>
              </a:ext>
            </a:extLst>
          </p:cNvPr>
          <p:cNvCxnSpPr/>
          <p:nvPr/>
        </p:nvCxnSpPr>
        <p:spPr>
          <a:xfrm flipH="1" flipV="1">
            <a:off x="3045906" y="2032084"/>
            <a:ext cx="821604" cy="87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Đường kết nối Mũi tên Thẳng 7">
            <a:extLst>
              <a:ext uri="{FF2B5EF4-FFF2-40B4-BE49-F238E27FC236}">
                <a16:creationId xmlns:a16="http://schemas.microsoft.com/office/drawing/2014/main" id="{3EAC210E-1916-733D-B25D-44983C605341}"/>
              </a:ext>
            </a:extLst>
          </p:cNvPr>
          <p:cNvCxnSpPr>
            <a:cxnSpLocks/>
          </p:cNvCxnSpPr>
          <p:nvPr/>
        </p:nvCxnSpPr>
        <p:spPr>
          <a:xfrm flipH="1">
            <a:off x="2757581" y="2776072"/>
            <a:ext cx="1101234" cy="57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AAD69EF1-AD5C-B9F8-CA09-48FB4C412465}"/>
              </a:ext>
            </a:extLst>
          </p:cNvPr>
          <p:cNvSpPr txBox="1"/>
          <p:nvPr/>
        </p:nvSpPr>
        <p:spPr>
          <a:xfrm>
            <a:off x="195400" y="1721698"/>
            <a:ext cx="29558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800">
                <a:latin typeface="Times New Roman"/>
                <a:cs typeface="Times New Roman"/>
              </a:rPr>
              <a:t>Xác định điều kiện</a:t>
            </a: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208E7442-6242-CD52-F286-9113B5A2EBCD}"/>
              </a:ext>
            </a:extLst>
          </p:cNvPr>
          <p:cNvSpPr txBox="1"/>
          <p:nvPr/>
        </p:nvSpPr>
        <p:spPr>
          <a:xfrm>
            <a:off x="190626" y="2425529"/>
            <a:ext cx="256834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800">
                <a:latin typeface="Times New Roman"/>
                <a:cs typeface="Times New Roman"/>
              </a:rPr>
              <a:t>Thực hiện hành động phụ </a:t>
            </a:r>
            <a:endParaRPr lang="vi-VN"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3148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42109-F65C-D30A-5E5B-93EE5724D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1B183C-84FB-1D3F-4899-ECE836322AA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21B8BF62-E168-FA10-7F6C-1C6D7D3F4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06" y="-170848"/>
            <a:ext cx="5526098" cy="1325563"/>
          </a:xfrm>
        </p:spPr>
        <p:txBody>
          <a:bodyPr>
            <a:noAutofit/>
          </a:bodyPr>
          <a:lstStyle/>
          <a:p>
            <a:r>
              <a:rPr lang="en-US" sz="4500" b="1" err="1">
                <a:solidFill>
                  <a:schemeClr val="bg1"/>
                </a:solidFill>
                <a:latin typeface="Times New Roman"/>
                <a:cs typeface="Times New Roman"/>
              </a:rPr>
              <a:t>BlocBuilder</a:t>
            </a:r>
          </a:p>
        </p:txBody>
      </p:sp>
      <p:pic>
        <p:nvPicPr>
          <p:cNvPr id="7" name="Hình ảnh 6" descr="Ảnh có chứa văn bản, ảnh chụp màn hình, Phông chữ, hàng&#10;&#10;Nội dung do AI tạo ra có thể không chính xác.">
            <a:extLst>
              <a:ext uri="{FF2B5EF4-FFF2-40B4-BE49-F238E27FC236}">
                <a16:creationId xmlns:a16="http://schemas.microsoft.com/office/drawing/2014/main" id="{34E1AD2B-32DB-A942-F254-4F67C36BB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579" y="1157930"/>
            <a:ext cx="6689897" cy="51084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95EA2A6-9FC5-0194-3581-E4F18652D931}"/>
              </a:ext>
            </a:extLst>
          </p:cNvPr>
          <p:cNvSpPr txBox="1"/>
          <p:nvPr/>
        </p:nvSpPr>
        <p:spPr>
          <a:xfrm>
            <a:off x="-3290" y="1884799"/>
            <a:ext cx="5516646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n-US" sz="2500">
              <a:latin typeface="Times New Roman"/>
              <a:cs typeface="Times New Roman"/>
            </a:endParaRPr>
          </a:p>
          <a:p>
            <a:pPr algn="just"/>
            <a:r>
              <a:rPr lang="en-US" sz="2500">
                <a:latin typeface="Times New Roman"/>
                <a:cs typeface="Times New Roman"/>
              </a:rPr>
              <a:t>Khi </a:t>
            </a:r>
            <a:r>
              <a:rPr lang="en-US" sz="2500" err="1">
                <a:latin typeface="Times New Roman"/>
                <a:cs typeface="Times New Roman"/>
              </a:rPr>
              <a:t>nhấn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nút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tăng</a:t>
            </a:r>
            <a:r>
              <a:rPr lang="en-US" sz="2500">
                <a:latin typeface="Times New Roman"/>
                <a:cs typeface="Times New Roman"/>
              </a:rPr>
              <a:t>, </a:t>
            </a:r>
            <a:r>
              <a:rPr lang="en-US" sz="2500" err="1">
                <a:latin typeface="Times New Roman"/>
                <a:cs typeface="Times New Roman"/>
              </a:rPr>
              <a:t>giảm</a:t>
            </a:r>
            <a:r>
              <a:rPr lang="en-US" sz="2500">
                <a:latin typeface="Times New Roman"/>
                <a:cs typeface="Times New Roman"/>
              </a:rPr>
              <a:t> </a:t>
            </a:r>
            <a:r>
              <a:rPr lang="en-US" sz="2500" err="1">
                <a:latin typeface="Times New Roman"/>
                <a:cs typeface="Times New Roman"/>
              </a:rPr>
              <a:t>hoặc</a:t>
            </a:r>
            <a:r>
              <a:rPr lang="en-US" sz="2500">
                <a:latin typeface="Times New Roman"/>
                <a:cs typeface="Times New Roman"/>
              </a:rPr>
              <a:t> reset, Bloc </a:t>
            </a:r>
            <a:r>
              <a:rPr lang="en-US" sz="2500" err="1">
                <a:latin typeface="Times New Roman"/>
                <a:cs typeface="Times New Roman"/>
              </a:rPr>
              <a:t>sẽ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phát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ra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một</a:t>
            </a:r>
            <a:r>
              <a:rPr lang="en-US" sz="2500">
                <a:latin typeface="Times New Roman"/>
                <a:cs typeface="Times New Roman"/>
              </a:rPr>
              <a:t> state </a:t>
            </a:r>
            <a:r>
              <a:rPr lang="en-US" sz="2500" err="1">
                <a:latin typeface="Times New Roman"/>
                <a:cs typeface="Times New Roman"/>
              </a:rPr>
              <a:t>mới</a:t>
            </a:r>
            <a:r>
              <a:rPr lang="en-US" sz="2500">
                <a:latin typeface="Times New Roman"/>
                <a:cs typeface="Times New Roman"/>
              </a:rPr>
              <a:t>. </a:t>
            </a:r>
            <a:r>
              <a:rPr lang="en-US" sz="2500" err="1">
                <a:latin typeface="Times New Roman"/>
                <a:cs typeface="Times New Roman"/>
              </a:rPr>
              <a:t>BlocBuilder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sẽ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tự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động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cập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nhật</a:t>
            </a:r>
            <a:r>
              <a:rPr lang="en-US" sz="2500">
                <a:latin typeface="Times New Roman"/>
                <a:cs typeface="Times New Roman"/>
              </a:rPr>
              <a:t> UI, </a:t>
            </a:r>
            <a:r>
              <a:rPr lang="en-US" sz="2500" err="1">
                <a:latin typeface="Times New Roman"/>
                <a:cs typeface="Times New Roman"/>
              </a:rPr>
              <a:t>hiển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thị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lại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giá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trị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bộ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đếm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mới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trên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màn</a:t>
            </a:r>
            <a:r>
              <a:rPr lang="en-US" sz="2500">
                <a:latin typeface="Times New Roman"/>
                <a:cs typeface="Times New Roman"/>
              </a:rPr>
              <a:t> </a:t>
            </a:r>
            <a:r>
              <a:rPr lang="en-US" sz="2500" err="1">
                <a:latin typeface="Times New Roman"/>
                <a:cs typeface="Times New Roman"/>
              </a:rPr>
              <a:t>hình</a:t>
            </a:r>
            <a:r>
              <a:rPr lang="en-US" sz="2500">
                <a:latin typeface="Times New Roman"/>
                <a:cs typeface="Times New Roman"/>
              </a:rPr>
              <a:t>.</a:t>
            </a:r>
          </a:p>
          <a:p>
            <a:pPr algn="just"/>
            <a:endParaRPr lang="vi-VN" sz="2500">
              <a:latin typeface="Times New Roman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4613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8A8C1A-447F-8EDF-0B3D-B7CA31A20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2A3E63-4A01-CC34-901C-60B11CDC2FDD}"/>
              </a:ext>
            </a:extLst>
          </p:cNvPr>
          <p:cNvSpPr/>
          <p:nvPr/>
        </p:nvSpPr>
        <p:spPr>
          <a:xfrm>
            <a:off x="65988" y="3075495"/>
            <a:ext cx="12192000" cy="37612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5E6D21-3A77-AE5C-3043-45B7FB465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2498" y="1628540"/>
            <a:ext cx="8362542" cy="1446955"/>
          </a:xfrm>
        </p:spPr>
        <p:txBody>
          <a:bodyPr anchor="t">
            <a:noAutofit/>
          </a:bodyPr>
          <a:lstStyle/>
          <a:p>
            <a:r>
              <a:rPr lang="en-US" sz="1000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670152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F018FC-81D4-F91B-7149-41D991AA1CF8}"/>
              </a:ext>
            </a:extLst>
          </p:cNvPr>
          <p:cNvSpPr/>
          <p:nvPr/>
        </p:nvSpPr>
        <p:spPr>
          <a:xfrm>
            <a:off x="579422" y="2752253"/>
            <a:ext cx="2550277" cy="16877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tIns="30480" rIns="60960" bIns="3048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>
                <a:latin typeface="Times New Roman"/>
                <a:cs typeface="Times New Roman"/>
              </a:rPr>
              <a:t>Thao </a:t>
            </a:r>
            <a:r>
              <a:rPr lang="en-US" sz="3000" b="1" err="1">
                <a:latin typeface="Times New Roman"/>
                <a:cs typeface="Times New Roman"/>
              </a:rPr>
              <a:t>tác</a:t>
            </a:r>
            <a:r>
              <a:rPr lang="en-US" sz="3000" b="1">
                <a:latin typeface="Times New Roman"/>
                <a:cs typeface="Times New Roman"/>
              </a:rPr>
              <a:t> </a:t>
            </a:r>
            <a:r>
              <a:rPr lang="en-US" sz="3000" b="1" err="1">
                <a:latin typeface="Times New Roman"/>
                <a:cs typeface="Times New Roman"/>
              </a:rPr>
              <a:t>trên</a:t>
            </a:r>
            <a:r>
              <a:rPr lang="en-US" sz="3000" b="1">
                <a:latin typeface="Times New Roman"/>
                <a:cs typeface="Times New Roman"/>
              </a:rPr>
              <a:t> </a:t>
            </a:r>
            <a:r>
              <a:rPr lang="en-US" sz="3000" b="1" err="1">
                <a:latin typeface="Times New Roman"/>
                <a:cs typeface="Times New Roman"/>
              </a:rPr>
              <a:t>giao</a:t>
            </a:r>
            <a:r>
              <a:rPr lang="en-US" sz="3000" b="1">
                <a:latin typeface="Times New Roman"/>
                <a:cs typeface="Times New Roman"/>
              </a:rPr>
              <a:t> </a:t>
            </a:r>
            <a:r>
              <a:rPr lang="en-US" sz="3000" b="1" err="1">
                <a:latin typeface="Times New Roman"/>
                <a:cs typeface="Times New Roman"/>
              </a:rPr>
              <a:t>diện</a:t>
            </a:r>
            <a:r>
              <a:rPr lang="en-US" sz="3000" b="1">
                <a:latin typeface="Times New Roman"/>
                <a:cs typeface="Times New Roman"/>
              </a:rPr>
              <a:t> (UI)</a:t>
            </a:r>
            <a:endParaRPr lang="en-US" sz="30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DBC51DA-9FEA-F25C-8E2F-4984DAC962D0}"/>
              </a:ext>
            </a:extLst>
          </p:cNvPr>
          <p:cNvSpPr/>
          <p:nvPr/>
        </p:nvSpPr>
        <p:spPr>
          <a:xfrm>
            <a:off x="4583469" y="2752253"/>
            <a:ext cx="2571097" cy="16877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tIns="30480" rIns="60960" bIns="3048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>
                <a:latin typeface="Times New Roman"/>
                <a:cs typeface="Times New Roman"/>
              </a:rPr>
              <a:t>Bloc</a:t>
            </a:r>
            <a:endParaRPr lang="en-US" sz="30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907AD6-BED9-CE01-E85D-B57B4B99EFA7}"/>
              </a:ext>
            </a:extLst>
          </p:cNvPr>
          <p:cNvSpPr/>
          <p:nvPr/>
        </p:nvSpPr>
        <p:spPr>
          <a:xfrm>
            <a:off x="8608337" y="2752254"/>
            <a:ext cx="2571097" cy="16877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tIns="30480" rIns="60960" bIns="3048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 err="1">
                <a:latin typeface="Times New Roman"/>
                <a:cs typeface="Times New Roman"/>
              </a:rPr>
              <a:t>Cập</a:t>
            </a:r>
            <a:r>
              <a:rPr lang="en-US" sz="3000" b="1">
                <a:latin typeface="Times New Roman"/>
                <a:cs typeface="Times New Roman"/>
              </a:rPr>
              <a:t> </a:t>
            </a:r>
            <a:r>
              <a:rPr lang="en-US" sz="3000" b="1" err="1">
                <a:latin typeface="Times New Roman"/>
                <a:cs typeface="Times New Roman"/>
              </a:rPr>
              <a:t>nhật</a:t>
            </a:r>
            <a:r>
              <a:rPr lang="en-US" sz="3000" b="1">
                <a:latin typeface="Times New Roman"/>
                <a:cs typeface="Times New Roman"/>
              </a:rPr>
              <a:t> </a:t>
            </a:r>
            <a:r>
              <a:rPr lang="en-US" sz="3000" b="1" err="1">
                <a:latin typeface="Times New Roman"/>
                <a:cs typeface="Times New Roman"/>
              </a:rPr>
              <a:t>lại</a:t>
            </a:r>
            <a:r>
              <a:rPr lang="en-US" sz="3000" b="1">
                <a:latin typeface="Times New Roman"/>
                <a:cs typeface="Times New Roman"/>
              </a:rPr>
              <a:t> </a:t>
            </a:r>
          </a:p>
          <a:p>
            <a:pPr algn="ctr"/>
            <a:r>
              <a:rPr lang="en-US" sz="3000" b="1" err="1">
                <a:latin typeface="Times New Roman"/>
                <a:cs typeface="Times New Roman"/>
              </a:rPr>
              <a:t>giao</a:t>
            </a:r>
            <a:r>
              <a:rPr lang="en-US" sz="3000" b="1">
                <a:latin typeface="Times New Roman"/>
                <a:cs typeface="Times New Roman"/>
              </a:rPr>
              <a:t> </a:t>
            </a:r>
            <a:r>
              <a:rPr lang="en-US" sz="3000" b="1" err="1">
                <a:latin typeface="Times New Roman"/>
                <a:cs typeface="Times New Roman"/>
              </a:rPr>
              <a:t>diện</a:t>
            </a:r>
            <a:r>
              <a:rPr lang="en-US" sz="3000" b="1">
                <a:latin typeface="Times New Roman"/>
                <a:cs typeface="Times New Roman"/>
              </a:rPr>
              <a:t> (UI)</a:t>
            </a:r>
            <a:endParaRPr lang="en-US" sz="300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9B408B-E542-619B-CC02-EB011E62FA61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129699" y="3596139"/>
            <a:ext cx="14537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DAC5941-1864-5C90-7927-51134BD4E3FD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54566" y="3596139"/>
            <a:ext cx="145377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7DFA6CB-0947-76CE-DD8E-052A75507395}"/>
              </a:ext>
            </a:extLst>
          </p:cNvPr>
          <p:cNvSpPr txBox="1"/>
          <p:nvPr/>
        </p:nvSpPr>
        <p:spPr>
          <a:xfrm>
            <a:off x="3428419" y="3120015"/>
            <a:ext cx="98682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FBE57-4A62-C3C5-9EE5-D4B2351829A9}"/>
              </a:ext>
            </a:extLst>
          </p:cNvPr>
          <p:cNvSpPr txBox="1"/>
          <p:nvPr/>
        </p:nvSpPr>
        <p:spPr>
          <a:xfrm>
            <a:off x="7453286" y="3120015"/>
            <a:ext cx="98682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5793839-FBD8-1D91-D1FE-E1B957C831B2}"/>
              </a:ext>
            </a:extLst>
          </p:cNvPr>
          <p:cNvSpPr/>
          <p:nvPr/>
        </p:nvSpPr>
        <p:spPr>
          <a:xfrm>
            <a:off x="4583469" y="5022829"/>
            <a:ext cx="2571097" cy="16877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tIns="30480" rIns="60960" bIns="3048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>
                <a:latin typeface="Times New Roman"/>
                <a:cs typeface="Times New Roman"/>
              </a:rPr>
              <a:t>Repository</a:t>
            </a:r>
            <a:endParaRPr lang="en-US" sz="300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95ADF6F-6D7E-5889-F1F1-E2B945EAA8CA}"/>
              </a:ext>
            </a:extLst>
          </p:cNvPr>
          <p:cNvCxnSpPr>
            <a:cxnSpLocks/>
            <a:stCxn id="5" idx="2"/>
            <a:endCxn id="22" idx="0"/>
          </p:cNvCxnSpPr>
          <p:nvPr/>
        </p:nvCxnSpPr>
        <p:spPr>
          <a:xfrm>
            <a:off x="5869018" y="4440025"/>
            <a:ext cx="0" cy="5828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30CF617-C5FD-C726-7197-4D233E82CB4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FB97CC-9E1D-FB67-383C-5FAA151C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7399"/>
            <a:ext cx="10515600" cy="687514"/>
          </a:xfrm>
        </p:spPr>
        <p:txBody>
          <a:bodyPr>
            <a:noAutofit/>
          </a:bodyPr>
          <a:lstStyle/>
          <a:p>
            <a:r>
              <a:rPr lang="en-US" sz="4500" b="1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45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b="1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45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event </a:t>
            </a:r>
            <a:r>
              <a:rPr lang="en-US" sz="4500" b="1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45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b="1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45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b="1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45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b="1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45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b="1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endParaRPr lang="en-US" sz="45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737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DBD050-86A7-12B7-947B-5EFA8BFFE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2" b="9105"/>
          <a:stretch>
            <a:fillRect/>
          </a:stretch>
        </p:blipFill>
        <p:spPr>
          <a:xfrm>
            <a:off x="343277" y="2205678"/>
            <a:ext cx="6229539" cy="29206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4C8D93-4E34-85D6-DBFB-94E88A104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516" y="2234905"/>
            <a:ext cx="3507242" cy="10573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36E394D-F44E-B0E7-0BD2-0F92B73A9769}"/>
              </a:ext>
            </a:extLst>
          </p:cNvPr>
          <p:cNvSpPr/>
          <p:nvPr/>
        </p:nvSpPr>
        <p:spPr>
          <a:xfrm>
            <a:off x="2842789" y="2580238"/>
            <a:ext cx="2915215" cy="366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290025-1014-901B-7233-19FB2E86442A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 flipV="1">
            <a:off x="5758004" y="2763570"/>
            <a:ext cx="2499512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AEDA01E-D548-1A03-2191-FB0566949B6E}"/>
              </a:ext>
            </a:extLst>
          </p:cNvPr>
          <p:cNvSpPr/>
          <p:nvPr/>
        </p:nvSpPr>
        <p:spPr>
          <a:xfrm>
            <a:off x="570800" y="3016577"/>
            <a:ext cx="4864231" cy="16177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90CEA95-30C0-748A-DDEE-E66F90559A0D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435031" y="3911098"/>
            <a:ext cx="282248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EEBF5EC-36FB-7BD0-089B-A253E83575A0}"/>
              </a:ext>
            </a:extLst>
          </p:cNvPr>
          <p:cNvSpPr txBox="1"/>
          <p:nvPr/>
        </p:nvSpPr>
        <p:spPr>
          <a:xfrm>
            <a:off x="8257516" y="3634099"/>
            <a:ext cx="26775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state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6019D7-4DCF-1A27-2A22-CB5C109FBEBE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51B576-193A-34C9-5722-F998AD4DD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1763"/>
            <a:ext cx="10515600" cy="1201125"/>
          </a:xfrm>
        </p:spPr>
        <p:txBody>
          <a:bodyPr>
            <a:normAutofit/>
          </a:bodyPr>
          <a:lstStyle/>
          <a:p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event 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IncrementPressed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D68E25-D2BA-7667-F079-5A82A41BDEC2}"/>
              </a:ext>
            </a:extLst>
          </p:cNvPr>
          <p:cNvSpPr/>
          <p:nvPr/>
        </p:nvSpPr>
        <p:spPr>
          <a:xfrm>
            <a:off x="570800" y="4697004"/>
            <a:ext cx="4500821" cy="366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428FED2-CD1A-2343-5345-A5FB0625B749}"/>
              </a:ext>
            </a:extLst>
          </p:cNvPr>
          <p:cNvCxnSpPr>
            <a:cxnSpLocks/>
          </p:cNvCxnSpPr>
          <p:nvPr/>
        </p:nvCxnSpPr>
        <p:spPr>
          <a:xfrm>
            <a:off x="5071621" y="4818433"/>
            <a:ext cx="318589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C331DCF-2A3D-3369-C712-BCADA957C3BA}"/>
              </a:ext>
            </a:extLst>
          </p:cNvPr>
          <p:cNvSpPr txBox="1"/>
          <p:nvPr/>
        </p:nvSpPr>
        <p:spPr>
          <a:xfrm>
            <a:off x="8257516" y="4541434"/>
            <a:ext cx="33636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Lưu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536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492299-828F-8621-8D32-5F4B9B42A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05" y="2309812"/>
            <a:ext cx="5963968" cy="28241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8D57EA-5904-3D1C-FDDA-2BEF56957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326" y="2215544"/>
            <a:ext cx="4020471" cy="11240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1E22F08-29F1-7267-1023-18506096EBFA}"/>
              </a:ext>
            </a:extLst>
          </p:cNvPr>
          <p:cNvSpPr/>
          <p:nvPr/>
        </p:nvSpPr>
        <p:spPr>
          <a:xfrm>
            <a:off x="2842789" y="2580238"/>
            <a:ext cx="2915215" cy="366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60DA7D-D3B6-7C52-819E-D7ACDAFD5210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5758004" y="2763571"/>
            <a:ext cx="2152322" cy="13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3647308-DF41-FFD1-9EA1-EE06A7F211E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90E1F6-865D-68A2-38F0-03BC98419945}"/>
              </a:ext>
            </a:extLst>
          </p:cNvPr>
          <p:cNvSpPr txBox="1">
            <a:spLocks/>
          </p:cNvSpPr>
          <p:nvPr/>
        </p:nvSpPr>
        <p:spPr>
          <a:xfrm>
            <a:off x="0" y="-143363"/>
            <a:ext cx="10515600" cy="120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event 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DecrementPressed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D4FC84-85EC-109D-3321-C6B3C6C2DAE8}"/>
              </a:ext>
            </a:extLst>
          </p:cNvPr>
          <p:cNvCxnSpPr>
            <a:cxnSpLocks/>
          </p:cNvCxnSpPr>
          <p:nvPr/>
        </p:nvCxnSpPr>
        <p:spPr>
          <a:xfrm>
            <a:off x="5340763" y="3901671"/>
            <a:ext cx="25023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8DA3267-E0AB-93C1-E705-DE63898A26CF}"/>
              </a:ext>
            </a:extLst>
          </p:cNvPr>
          <p:cNvSpPr txBox="1"/>
          <p:nvPr/>
        </p:nvSpPr>
        <p:spPr>
          <a:xfrm>
            <a:off x="7910326" y="3624672"/>
            <a:ext cx="26775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state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BB3AA3-8340-71E3-8D70-0B8BCEEB643E}"/>
              </a:ext>
            </a:extLst>
          </p:cNvPr>
          <p:cNvSpPr txBox="1"/>
          <p:nvPr/>
        </p:nvSpPr>
        <p:spPr>
          <a:xfrm>
            <a:off x="7910326" y="4296337"/>
            <a:ext cx="33636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Lưu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AEBCB8-4F23-99DF-F7AA-F78A0462DBB5}"/>
              </a:ext>
            </a:extLst>
          </p:cNvPr>
          <p:cNvCxnSpPr>
            <a:cxnSpLocks/>
          </p:cNvCxnSpPr>
          <p:nvPr/>
        </p:nvCxnSpPr>
        <p:spPr>
          <a:xfrm>
            <a:off x="4968135" y="4657386"/>
            <a:ext cx="287496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5E0931D-B1D1-26B1-995C-7C61D0F7E931}"/>
              </a:ext>
            </a:extLst>
          </p:cNvPr>
          <p:cNvSpPr/>
          <p:nvPr/>
        </p:nvSpPr>
        <p:spPr>
          <a:xfrm>
            <a:off x="580367" y="2946903"/>
            <a:ext cx="4760396" cy="15496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891E2C-390A-52A3-5E34-4AE9B5558FBA}"/>
              </a:ext>
            </a:extLst>
          </p:cNvPr>
          <p:cNvSpPr/>
          <p:nvPr/>
        </p:nvSpPr>
        <p:spPr>
          <a:xfrm>
            <a:off x="580367" y="4546024"/>
            <a:ext cx="4387768" cy="366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55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CE6B41-61FF-DFB6-23DE-20807F77DF18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573E17F-CC1F-E7AF-43EB-E2C03C7FBF68}"/>
              </a:ext>
            </a:extLst>
          </p:cNvPr>
          <p:cNvSpPr txBox="1">
            <a:spLocks/>
          </p:cNvSpPr>
          <p:nvPr/>
        </p:nvSpPr>
        <p:spPr>
          <a:xfrm>
            <a:off x="0" y="-143363"/>
            <a:ext cx="10515600" cy="120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event 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ResetPressed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E66B24-927C-E913-85BD-FBF17E8E5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70" y="1930138"/>
            <a:ext cx="5263299" cy="29977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ECB10D-1083-5B86-AF96-9D7FFA98A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0285" y="1930138"/>
            <a:ext cx="2941948" cy="10390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08AF2FC-A3AE-07EC-FC44-8AEE7410CAC6}"/>
              </a:ext>
            </a:extLst>
          </p:cNvPr>
          <p:cNvSpPr/>
          <p:nvPr/>
        </p:nvSpPr>
        <p:spPr>
          <a:xfrm>
            <a:off x="2729668" y="2266315"/>
            <a:ext cx="2389088" cy="366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B613435-33BB-8570-CF4E-AC6946442B8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5118756" y="2442659"/>
            <a:ext cx="2661529" cy="69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B0CB9A9-6E0A-081C-BD12-7CEB1490F6BD}"/>
              </a:ext>
            </a:extLst>
          </p:cNvPr>
          <p:cNvSpPr/>
          <p:nvPr/>
        </p:nvSpPr>
        <p:spPr>
          <a:xfrm>
            <a:off x="655781" y="2636091"/>
            <a:ext cx="4760396" cy="1467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4C65D1-5C9E-02F3-FD95-A6F904743EFF}"/>
              </a:ext>
            </a:extLst>
          </p:cNvPr>
          <p:cNvSpPr txBox="1"/>
          <p:nvPr/>
        </p:nvSpPr>
        <p:spPr>
          <a:xfrm>
            <a:off x="8044656" y="3257027"/>
            <a:ext cx="26775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state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5AF749-2FC7-7E54-76FB-66A991B35358}"/>
              </a:ext>
            </a:extLst>
          </p:cNvPr>
          <p:cNvCxnSpPr>
            <a:cxnSpLocks/>
          </p:cNvCxnSpPr>
          <p:nvPr/>
        </p:nvCxnSpPr>
        <p:spPr>
          <a:xfrm>
            <a:off x="5416177" y="3534026"/>
            <a:ext cx="25023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6EB26D-BC96-1409-CC6C-172B94974533}"/>
              </a:ext>
            </a:extLst>
          </p:cNvPr>
          <p:cNvCxnSpPr>
            <a:cxnSpLocks/>
          </p:cNvCxnSpPr>
          <p:nvPr/>
        </p:nvCxnSpPr>
        <p:spPr>
          <a:xfrm>
            <a:off x="4905319" y="4318021"/>
            <a:ext cx="287496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80DDAE0-D2BC-F0CB-4F4A-680BAED3975A}"/>
              </a:ext>
            </a:extLst>
          </p:cNvPr>
          <p:cNvSpPr/>
          <p:nvPr/>
        </p:nvSpPr>
        <p:spPr>
          <a:xfrm>
            <a:off x="655781" y="4148974"/>
            <a:ext cx="4249538" cy="366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BEDB80-36E2-5349-2C8F-A177FFA4723A}"/>
              </a:ext>
            </a:extLst>
          </p:cNvPr>
          <p:cNvSpPr txBox="1"/>
          <p:nvPr/>
        </p:nvSpPr>
        <p:spPr>
          <a:xfrm>
            <a:off x="8044656" y="3952473"/>
            <a:ext cx="33636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Lưu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89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B1574-8DB3-1273-3C29-036E8FB2D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D429F0-CE08-23A0-CC5D-5520E05ABC5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667667-7CA8-1DBB-7F72-5EB7BF4DC5FE}"/>
              </a:ext>
            </a:extLst>
          </p:cNvPr>
          <p:cNvSpPr txBox="1">
            <a:spLocks/>
          </p:cNvSpPr>
          <p:nvPr/>
        </p:nvSpPr>
        <p:spPr>
          <a:xfrm>
            <a:off x="0" y="-143363"/>
            <a:ext cx="12264272" cy="120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event 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5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SetLimitedPressed</a:t>
            </a:r>
            <a:r>
              <a:rPr lang="en-US" sz="4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704ECA-9A47-B404-5452-877181E6C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420" y="2205573"/>
            <a:ext cx="6268336" cy="29327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3F33CB-28D6-5FD1-4C7A-DEF75F0B5250}"/>
              </a:ext>
            </a:extLst>
          </p:cNvPr>
          <p:cNvSpPr/>
          <p:nvPr/>
        </p:nvSpPr>
        <p:spPr>
          <a:xfrm>
            <a:off x="5484019" y="2701214"/>
            <a:ext cx="5611444" cy="3653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12221D2-5AEB-3915-4A57-5281FF73A756}"/>
              </a:ext>
            </a:extLst>
          </p:cNvPr>
          <p:cNvCxnSpPr>
            <a:cxnSpLocks/>
          </p:cNvCxnSpPr>
          <p:nvPr/>
        </p:nvCxnSpPr>
        <p:spPr>
          <a:xfrm flipH="1">
            <a:off x="3724507" y="2866405"/>
            <a:ext cx="1759512" cy="174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511BECA-1E49-CFF3-EE0F-2BB11C520222}"/>
              </a:ext>
            </a:extLst>
          </p:cNvPr>
          <p:cNvSpPr txBox="1"/>
          <p:nvPr/>
        </p:nvSpPr>
        <p:spPr>
          <a:xfrm>
            <a:off x="0" y="2512588"/>
            <a:ext cx="33636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8DE045-ADC3-576E-5CB1-BF09410130ED}"/>
              </a:ext>
            </a:extLst>
          </p:cNvPr>
          <p:cNvSpPr txBox="1"/>
          <p:nvPr/>
        </p:nvSpPr>
        <p:spPr>
          <a:xfrm>
            <a:off x="450676" y="2512588"/>
            <a:ext cx="33636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min, max</a:t>
            </a:r>
          </a:p>
        </p:txBody>
      </p:sp>
    </p:spTree>
    <p:extLst>
      <p:ext uri="{BB962C8B-B14F-4D97-AF65-F5344CB8AC3E}">
        <p14:creationId xmlns:p14="http://schemas.microsoft.com/office/powerpoint/2010/main" val="255448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521BA-AD41-9D50-0DE4-CC068BC06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6242E4-3DE1-1B19-04E9-F7CBE0B583F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CD16227-92C4-8E3F-7755-108681742C9B}"/>
              </a:ext>
            </a:extLst>
          </p:cNvPr>
          <p:cNvSpPr txBox="1">
            <a:spLocks/>
          </p:cNvSpPr>
          <p:nvPr/>
        </p:nvSpPr>
        <p:spPr>
          <a:xfrm>
            <a:off x="0" y="-143363"/>
            <a:ext cx="12264272" cy="120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Bloc </a:t>
            </a:r>
            <a:r>
              <a:rPr lang="en-US" sz="4500" b="1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5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b="1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bloc_test</a:t>
            </a:r>
            <a:endParaRPr lang="en-US" sz="45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B4BD45E9-0DED-4BB6-A46B-A735444CB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311" y="1455390"/>
            <a:ext cx="3549435" cy="15841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150FEC-F9D8-DE52-4395-ABEEA92A61C8}"/>
              </a:ext>
            </a:extLst>
          </p:cNvPr>
          <p:cNvSpPr txBox="1"/>
          <p:nvPr/>
        </p:nvSpPr>
        <p:spPr>
          <a:xfrm>
            <a:off x="306372" y="1985188"/>
            <a:ext cx="44588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Cài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bloc_test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C5136D-9F65-E6F1-6410-8FC73E9D6831}"/>
              </a:ext>
            </a:extLst>
          </p:cNvPr>
          <p:cNvSpPr txBox="1"/>
          <p:nvPr/>
        </p:nvSpPr>
        <p:spPr>
          <a:xfrm>
            <a:off x="269499" y="3392871"/>
            <a:ext cx="44588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test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2AE0DF5-5A90-72FB-5E55-ABADE4B493E1}"/>
              </a:ext>
            </a:extLst>
          </p:cNvPr>
          <p:cNvSpPr/>
          <p:nvPr/>
        </p:nvSpPr>
        <p:spPr>
          <a:xfrm>
            <a:off x="1448839" y="4535707"/>
            <a:ext cx="2571097" cy="16779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tIns="30480" rIns="60960" bIns="3048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>
                <a:latin typeface="Times New Roman"/>
                <a:cs typeface="Times New Roman"/>
              </a:rPr>
              <a:t>build</a:t>
            </a:r>
            <a:endParaRPr lang="en-US" sz="300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5D785AA-B250-1F33-AB4B-A94070533560}"/>
              </a:ext>
            </a:extLst>
          </p:cNvPr>
          <p:cNvCxnSpPr>
            <a:cxnSpLocks/>
          </p:cNvCxnSpPr>
          <p:nvPr/>
        </p:nvCxnSpPr>
        <p:spPr>
          <a:xfrm>
            <a:off x="4028311" y="5379218"/>
            <a:ext cx="7168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CBE2AC0-413A-E199-C40A-6489BBD9EDB8}"/>
              </a:ext>
            </a:extLst>
          </p:cNvPr>
          <p:cNvSpPr/>
          <p:nvPr/>
        </p:nvSpPr>
        <p:spPr>
          <a:xfrm>
            <a:off x="4765250" y="4535707"/>
            <a:ext cx="2571097" cy="16779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tIns="30480" rIns="60960" bIns="3048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>
                <a:latin typeface="Times New Roman"/>
                <a:cs typeface="Times New Roman"/>
              </a:rPr>
              <a:t>act</a:t>
            </a:r>
            <a:endParaRPr lang="en-US" sz="30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F5DE71B-963D-8F81-F1C5-1196A962DD54}"/>
              </a:ext>
            </a:extLst>
          </p:cNvPr>
          <p:cNvSpPr/>
          <p:nvPr/>
        </p:nvSpPr>
        <p:spPr>
          <a:xfrm>
            <a:off x="8053163" y="4518266"/>
            <a:ext cx="2571097" cy="16779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tIns="30480" rIns="60960" bIns="3048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>
                <a:latin typeface="Times New Roman"/>
                <a:cs typeface="Times New Roman"/>
              </a:rPr>
              <a:t>expect</a:t>
            </a:r>
            <a:endParaRPr lang="en-US" sz="300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3A6C5C-B6CE-0E0C-3772-6820B5468DF9}"/>
              </a:ext>
            </a:extLst>
          </p:cNvPr>
          <p:cNvCxnSpPr>
            <a:cxnSpLocks/>
          </p:cNvCxnSpPr>
          <p:nvPr/>
        </p:nvCxnSpPr>
        <p:spPr>
          <a:xfrm>
            <a:off x="7336347" y="5357252"/>
            <a:ext cx="7168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843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B76DE-4BCD-5625-2607-BB57512AF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C20987-A08F-E62B-02FD-9D90A57D108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A1C762-35E5-BD44-C424-198024A5FD46}"/>
              </a:ext>
            </a:extLst>
          </p:cNvPr>
          <p:cNvSpPr txBox="1">
            <a:spLocks/>
          </p:cNvSpPr>
          <p:nvPr/>
        </p:nvSpPr>
        <p:spPr>
          <a:xfrm>
            <a:off x="0" y="-143363"/>
            <a:ext cx="12264272" cy="120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Bloc </a:t>
            </a:r>
            <a:r>
              <a:rPr lang="en-US" sz="4500" b="1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5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b="1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bloc_test</a:t>
            </a:r>
            <a:endParaRPr lang="en-US" sz="45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220D54-7904-279F-AB58-51CC465B6477}"/>
              </a:ext>
            </a:extLst>
          </p:cNvPr>
          <p:cNvSpPr/>
          <p:nvPr/>
        </p:nvSpPr>
        <p:spPr>
          <a:xfrm>
            <a:off x="303611" y="1603965"/>
            <a:ext cx="2571097" cy="16779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tIns="30480" rIns="60960" bIns="3048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 err="1">
                <a:latin typeface="Times New Roman"/>
                <a:cs typeface="Times New Roman"/>
              </a:rPr>
              <a:t>Kiểm</a:t>
            </a:r>
            <a:r>
              <a:rPr lang="en-US" sz="3000" b="1">
                <a:latin typeface="Times New Roman"/>
                <a:cs typeface="Times New Roman"/>
              </a:rPr>
              <a:t> </a:t>
            </a:r>
            <a:r>
              <a:rPr lang="en-US" sz="3000" b="1" err="1">
                <a:latin typeface="Times New Roman"/>
                <a:cs typeface="Times New Roman"/>
              </a:rPr>
              <a:t>thử</a:t>
            </a:r>
            <a:r>
              <a:rPr lang="en-US" sz="3000" b="1">
                <a:latin typeface="Times New Roman"/>
                <a:cs typeface="Times New Roman"/>
              </a:rPr>
              <a:t> </a:t>
            </a:r>
            <a:r>
              <a:rPr lang="en-US" sz="3000" b="1" err="1">
                <a:latin typeface="Times New Roman"/>
                <a:cs typeface="Times New Roman"/>
              </a:rPr>
              <a:t>khối</a:t>
            </a:r>
            <a:r>
              <a:rPr lang="en-US" sz="3000" b="1">
                <a:latin typeface="Times New Roman"/>
                <a:cs typeface="Times New Roman"/>
              </a:rPr>
              <a:t> </a:t>
            </a:r>
            <a:r>
              <a:rPr lang="en-US" sz="3000" b="1" err="1">
                <a:latin typeface="Times New Roman"/>
                <a:cs typeface="Times New Roman"/>
              </a:rPr>
              <a:t>cộng</a:t>
            </a:r>
            <a:endParaRPr lang="en-US" sz="30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E5D1EDF-2210-8CCD-09A4-31948F2736C9}"/>
              </a:ext>
            </a:extLst>
          </p:cNvPr>
          <p:cNvSpPr/>
          <p:nvPr/>
        </p:nvSpPr>
        <p:spPr>
          <a:xfrm>
            <a:off x="3316071" y="1603965"/>
            <a:ext cx="2571097" cy="16779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tIns="30480" rIns="60960" bIns="3048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 err="1">
                <a:latin typeface="Times New Roman"/>
                <a:cs typeface="Times New Roman"/>
              </a:rPr>
              <a:t>Kiểm</a:t>
            </a:r>
            <a:r>
              <a:rPr lang="en-US" sz="3000" b="1">
                <a:latin typeface="Times New Roman"/>
                <a:cs typeface="Times New Roman"/>
              </a:rPr>
              <a:t> </a:t>
            </a:r>
            <a:r>
              <a:rPr lang="en-US" sz="3000" b="1" err="1">
                <a:latin typeface="Times New Roman"/>
                <a:cs typeface="Times New Roman"/>
              </a:rPr>
              <a:t>thử</a:t>
            </a:r>
            <a:r>
              <a:rPr lang="en-US" sz="3000" b="1">
                <a:latin typeface="Times New Roman"/>
                <a:cs typeface="Times New Roman"/>
              </a:rPr>
              <a:t> </a:t>
            </a:r>
            <a:r>
              <a:rPr lang="en-US" sz="3000" b="1" err="1">
                <a:latin typeface="Times New Roman"/>
                <a:cs typeface="Times New Roman"/>
              </a:rPr>
              <a:t>khối</a:t>
            </a:r>
            <a:r>
              <a:rPr lang="en-US" sz="3000" b="1">
                <a:latin typeface="Times New Roman"/>
                <a:cs typeface="Times New Roman"/>
              </a:rPr>
              <a:t> </a:t>
            </a:r>
            <a:r>
              <a:rPr lang="en-US" sz="3000" b="1" err="1">
                <a:latin typeface="Times New Roman"/>
                <a:cs typeface="Times New Roman"/>
              </a:rPr>
              <a:t>trừ</a:t>
            </a:r>
            <a:endParaRPr lang="en-US" sz="300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4217983-8541-BC53-7957-F0AFB085267C}"/>
              </a:ext>
            </a:extLst>
          </p:cNvPr>
          <p:cNvSpPr/>
          <p:nvPr/>
        </p:nvSpPr>
        <p:spPr>
          <a:xfrm>
            <a:off x="6304833" y="1603965"/>
            <a:ext cx="2571097" cy="16779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tIns="30480" rIns="60960" bIns="3048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 err="1">
                <a:latin typeface="Times New Roman"/>
                <a:cs typeface="Times New Roman"/>
              </a:rPr>
              <a:t>Kiểm</a:t>
            </a:r>
            <a:r>
              <a:rPr lang="en-US" sz="3000" b="1">
                <a:latin typeface="Times New Roman"/>
                <a:cs typeface="Times New Roman"/>
              </a:rPr>
              <a:t> </a:t>
            </a:r>
            <a:r>
              <a:rPr lang="en-US" sz="3000" b="1" err="1">
                <a:latin typeface="Times New Roman"/>
                <a:cs typeface="Times New Roman"/>
              </a:rPr>
              <a:t>thử</a:t>
            </a:r>
            <a:r>
              <a:rPr lang="en-US" sz="3000" b="1">
                <a:latin typeface="Times New Roman"/>
                <a:cs typeface="Times New Roman"/>
              </a:rPr>
              <a:t> </a:t>
            </a:r>
            <a:r>
              <a:rPr lang="en-US" sz="3000" b="1" err="1">
                <a:latin typeface="Times New Roman"/>
                <a:cs typeface="Times New Roman"/>
              </a:rPr>
              <a:t>khối</a:t>
            </a:r>
            <a:r>
              <a:rPr lang="en-US" sz="3000" b="1">
                <a:latin typeface="Times New Roman"/>
                <a:cs typeface="Times New Roman"/>
              </a:rPr>
              <a:t> reset</a:t>
            </a:r>
            <a:endParaRPr lang="en-US" sz="300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FAF355-BB8C-D976-0EE4-97B7CDC486AD}"/>
              </a:ext>
            </a:extLst>
          </p:cNvPr>
          <p:cNvSpPr/>
          <p:nvPr/>
        </p:nvSpPr>
        <p:spPr>
          <a:xfrm>
            <a:off x="9317292" y="1603965"/>
            <a:ext cx="2571097" cy="16779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tIns="30480" rIns="60960" bIns="30480"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 err="1">
                <a:latin typeface="Times New Roman"/>
                <a:cs typeface="Times New Roman"/>
              </a:rPr>
              <a:t>Kiểm</a:t>
            </a:r>
            <a:r>
              <a:rPr lang="en-US" sz="3000" b="1">
                <a:latin typeface="Times New Roman"/>
                <a:cs typeface="Times New Roman"/>
              </a:rPr>
              <a:t> </a:t>
            </a:r>
            <a:r>
              <a:rPr lang="en-US" sz="3000" b="1" err="1">
                <a:latin typeface="Times New Roman"/>
                <a:cs typeface="Times New Roman"/>
              </a:rPr>
              <a:t>thử</a:t>
            </a:r>
            <a:r>
              <a:rPr lang="en-US" sz="3000" b="1">
                <a:latin typeface="Times New Roman"/>
                <a:cs typeface="Times New Roman"/>
              </a:rPr>
              <a:t> </a:t>
            </a:r>
            <a:r>
              <a:rPr lang="en-US" sz="3000" b="1" err="1">
                <a:latin typeface="Times New Roman"/>
                <a:cs typeface="Times New Roman"/>
              </a:rPr>
              <a:t>khối</a:t>
            </a:r>
            <a:r>
              <a:rPr lang="en-US" sz="3000" b="1">
                <a:latin typeface="Times New Roman"/>
                <a:cs typeface="Times New Roman"/>
              </a:rPr>
              <a:t> set</a:t>
            </a:r>
            <a:endParaRPr lang="en-US" sz="3000"/>
          </a:p>
        </p:txBody>
      </p:sp>
      <p:pic>
        <p:nvPicPr>
          <p:cNvPr id="16" name="Picture 1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828E64E8-D65A-4683-8A95-FE7EBF6A9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155" y="4187399"/>
            <a:ext cx="5612870" cy="18457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9603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527D0-3687-25DD-7274-2D3E390F8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6199CC-2C8E-A0FE-E5F0-010F3A6E9A3D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C405893-4259-1C38-3DBA-58F75563D241}"/>
              </a:ext>
            </a:extLst>
          </p:cNvPr>
          <p:cNvSpPr txBox="1">
            <a:spLocks/>
          </p:cNvSpPr>
          <p:nvPr/>
        </p:nvSpPr>
        <p:spPr>
          <a:xfrm>
            <a:off x="0" y="-143363"/>
            <a:ext cx="12264272" cy="120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Bloc </a:t>
            </a:r>
            <a:r>
              <a:rPr lang="en-US" sz="4500" b="1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5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b="1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bloc_test</a:t>
            </a:r>
            <a:endParaRPr lang="en-US" sz="45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72A7F6EE-71E0-0792-9D25-3EB186C7037B}"/>
              </a:ext>
            </a:extLst>
          </p:cNvPr>
          <p:cNvSpPr txBox="1"/>
          <p:nvPr/>
        </p:nvSpPr>
        <p:spPr>
          <a:xfrm>
            <a:off x="358896" y="1929369"/>
            <a:ext cx="6343373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latin typeface="Times New Roman"/>
                <a:ea typeface="+mn-lt"/>
                <a:cs typeface="Arial"/>
              </a:rPr>
              <a:t>Ý </a:t>
            </a:r>
            <a:r>
              <a:rPr lang="en-US" sz="2700" err="1">
                <a:latin typeface="Times New Roman"/>
                <a:ea typeface="+mn-lt"/>
                <a:cs typeface="Arial"/>
              </a:rPr>
              <a:t>nghĩa</a:t>
            </a:r>
            <a:r>
              <a:rPr lang="en-US" sz="2700">
                <a:latin typeface="Times New Roman"/>
                <a:ea typeface="+mn-lt"/>
                <a:cs typeface="Arial"/>
              </a:rPr>
              <a:t> </a:t>
            </a:r>
            <a:r>
              <a:rPr lang="en-US" sz="2700" err="1">
                <a:latin typeface="Times New Roman"/>
                <a:ea typeface="+mn-lt"/>
                <a:cs typeface="Arial"/>
              </a:rPr>
              <a:t>của</a:t>
            </a:r>
            <a:r>
              <a:rPr lang="en-US" sz="2700">
                <a:latin typeface="Times New Roman"/>
                <a:ea typeface="+mn-lt"/>
                <a:cs typeface="Arial"/>
              </a:rPr>
              <a:t> </a:t>
            </a:r>
            <a:r>
              <a:rPr lang="en-US" sz="2700" err="1">
                <a:latin typeface="Times New Roman"/>
                <a:ea typeface="+mn-lt"/>
                <a:cs typeface="Arial"/>
              </a:rPr>
              <a:t>việc</a:t>
            </a:r>
            <a:r>
              <a:rPr lang="en-US" sz="2700">
                <a:latin typeface="Times New Roman"/>
                <a:ea typeface="+mn-lt"/>
                <a:cs typeface="Arial"/>
              </a:rPr>
              <a:t> </a:t>
            </a:r>
            <a:r>
              <a:rPr lang="en-US" sz="2700" err="1">
                <a:latin typeface="Times New Roman"/>
                <a:ea typeface="+mn-lt"/>
                <a:cs typeface="Arial"/>
              </a:rPr>
              <a:t>kiểm</a:t>
            </a:r>
            <a:r>
              <a:rPr lang="en-US" sz="2700">
                <a:latin typeface="Times New Roman"/>
                <a:ea typeface="+mn-lt"/>
                <a:cs typeface="Arial"/>
              </a:rPr>
              <a:t> </a:t>
            </a:r>
            <a:r>
              <a:rPr lang="en-US" sz="2700" err="1">
                <a:latin typeface="Times New Roman"/>
                <a:ea typeface="+mn-lt"/>
                <a:cs typeface="Arial"/>
              </a:rPr>
              <a:t>thử</a:t>
            </a:r>
            <a:r>
              <a:rPr lang="en-US" sz="2700">
                <a:latin typeface="Times New Roman"/>
                <a:ea typeface="+mn-lt"/>
                <a:cs typeface="Arial"/>
              </a:rPr>
              <a:t>:</a:t>
            </a:r>
            <a:endParaRPr lang="vi-VN" sz="2700">
              <a:latin typeface="Times New Roman"/>
              <a:ea typeface="+mn-lt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A36D6F-4D5B-FFCD-014C-AEC90DCCD2BD}"/>
              </a:ext>
            </a:extLst>
          </p:cNvPr>
          <p:cNvSpPr txBox="1"/>
          <p:nvPr/>
        </p:nvSpPr>
        <p:spPr>
          <a:xfrm>
            <a:off x="890644" y="2945970"/>
            <a:ext cx="1162324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cốt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i="1"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i="1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cờ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isMin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isMax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500">
                <a:latin typeface="Times New Roman" panose="02020603050405020304" pitchFamily="18" charset="0"/>
                <a:cs typeface="Times New Roman" panose="02020603050405020304" pitchFamily="18" charset="0"/>
              </a:rPr>
              <a:t>Tăng độ tin cậy: phát hiện lỗi logic sớm, tránh ảnh hưởng đến UI và người dùng.</a:t>
            </a:r>
          </a:p>
        </p:txBody>
      </p:sp>
    </p:spTree>
    <p:extLst>
      <p:ext uri="{BB962C8B-B14F-4D97-AF65-F5344CB8AC3E}">
        <p14:creationId xmlns:p14="http://schemas.microsoft.com/office/powerpoint/2010/main" val="265112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6424E-728B-E78C-F225-85884ECFA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5996BD-1E45-B910-4EED-D168607CF8B0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A5C0D0-C39C-F0E4-FB33-E9FBF3B6EFC2}"/>
              </a:ext>
            </a:extLst>
          </p:cNvPr>
          <p:cNvSpPr txBox="1">
            <a:spLocks/>
          </p:cNvSpPr>
          <p:nvPr/>
        </p:nvSpPr>
        <p:spPr>
          <a:xfrm>
            <a:off x="0" y="-143363"/>
            <a:ext cx="12264272" cy="120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5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 LIỆU THAM KHẢO</a:t>
            </a:r>
            <a:endParaRPr lang="en-US" sz="45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A78FB-9277-864A-2B3D-EF7A726001A8}"/>
              </a:ext>
            </a:extLst>
          </p:cNvPr>
          <p:cNvSpPr txBox="1"/>
          <p:nvPr/>
        </p:nvSpPr>
        <p:spPr>
          <a:xfrm>
            <a:off x="669303" y="1753386"/>
            <a:ext cx="1073713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Jagrit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Gupta.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“Bloc Flutter State Management: A Deep Dive into Events, States &amp; Bloc”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Medium.</a:t>
            </a:r>
          </a:p>
          <a:p>
            <a:pPr marL="339725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https://medium.com/%40jagritgupta222/bloc-flutter-state-management-a-deep-dive-into-events states-bloc-8d22bfbbdac2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“How to Manage State in Flutter with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Pattern?” –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https://www.geeksforgeeks.org/how-to-manage-state-in-flutter-with-bloc-pattern/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“Flutter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Tutorial for Learning State Management” –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DhiWise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https://www.dhiwise.com/post/flutter-bloc-tutorial-understanding-state-management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“Testing.”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 Official Documentation.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39725" lvl="0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https://bloclibrary.dev/testing/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bloc_test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Flutter Package.”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Dart Packages.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339725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https://pub.dev/packages/bloc_test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85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166C5C-50F0-7BE5-F488-81AFAFCC5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A25B73-3EFB-D8C4-EFDF-934DD2972358}"/>
              </a:ext>
            </a:extLst>
          </p:cNvPr>
          <p:cNvSpPr/>
          <p:nvPr/>
        </p:nvSpPr>
        <p:spPr>
          <a:xfrm>
            <a:off x="0" y="3429001"/>
            <a:ext cx="12192000" cy="34077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626998-4F8D-A312-09FA-4552A9EEC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0578" y="1402297"/>
            <a:ext cx="12273156" cy="1446955"/>
          </a:xfrm>
        </p:spPr>
        <p:txBody>
          <a:bodyPr anchor="t">
            <a:noAutofit/>
          </a:bodyPr>
          <a:lstStyle/>
          <a:p>
            <a:r>
              <a:rPr lang="en-US" sz="7000">
                <a:latin typeface="Times New Roman" panose="02020603050405020304" pitchFamily="18" charset="0"/>
                <a:cs typeface="Times New Roman" panose="02020603050405020304" pitchFamily="18" charset="0"/>
              </a:rPr>
              <a:t>CẢM ƠN THẦY VÀ CÁC BẠN ĐÃ LẮNG NGHE</a:t>
            </a:r>
          </a:p>
        </p:txBody>
      </p:sp>
    </p:spTree>
    <p:extLst>
      <p:ext uri="{BB962C8B-B14F-4D97-AF65-F5344CB8AC3E}">
        <p14:creationId xmlns:p14="http://schemas.microsoft.com/office/powerpoint/2010/main" val="4276998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824</Words>
  <Application>Microsoft Office PowerPoint</Application>
  <PresentationFormat>Widescreen</PresentationFormat>
  <Paragraphs>127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Times New Roman</vt:lpstr>
      <vt:lpstr>Office Theme</vt:lpstr>
      <vt:lpstr>LẬP TRÌNH  ĐA NỀN TẢNG</vt:lpstr>
      <vt:lpstr>PowerPoint Presentation</vt:lpstr>
      <vt:lpstr>PowerPoint Presentation</vt:lpstr>
      <vt:lpstr>PowerPoint Presentation</vt:lpstr>
      <vt:lpstr>Nguyên lý hoạt động</vt:lpstr>
      <vt:lpstr>Cài Đặt</vt:lpstr>
      <vt:lpstr>Cấu trúc file trong Flutter</vt:lpstr>
      <vt:lpstr>Event</vt:lpstr>
      <vt:lpstr>State</vt:lpstr>
      <vt:lpstr>State</vt:lpstr>
      <vt:lpstr>Bloc</vt:lpstr>
      <vt:lpstr>BlocBuilder và BlocListener</vt:lpstr>
      <vt:lpstr>BlocListener</vt:lpstr>
      <vt:lpstr>BlocBuilder</vt:lpstr>
      <vt:lpstr>DEMO</vt:lpstr>
      <vt:lpstr>Xử lý event và chuyển đổi trạng thái</vt:lpstr>
      <vt:lpstr>Xử lý event tăng giá trị (IncrementPressed)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CẢM ƠN THẦY VÀ CÁC BẠN ĐÃ LẮNG NGHE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Hà Tiến Đạt</dc:creator>
  <cp:lastModifiedBy>Hà Tiến Đạt</cp:lastModifiedBy>
  <cp:revision>27</cp:revision>
  <dcterms:created xsi:type="dcterms:W3CDTF">2025-11-07T10:31:34Z</dcterms:created>
  <dcterms:modified xsi:type="dcterms:W3CDTF">2025-11-10T10:39:54Z</dcterms:modified>
</cp:coreProperties>
</file>